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6" r:id="rId2"/>
    <p:sldId id="289" r:id="rId3"/>
    <p:sldId id="288" r:id="rId4"/>
    <p:sldId id="291" r:id="rId5"/>
    <p:sldId id="281" r:id="rId6"/>
    <p:sldId id="282" r:id="rId7"/>
    <p:sldId id="283" r:id="rId8"/>
    <p:sldId id="290" r:id="rId9"/>
    <p:sldId id="262" r:id="rId10"/>
    <p:sldId id="267" r:id="rId11"/>
    <p:sldId id="261" r:id="rId12"/>
    <p:sldId id="266" r:id="rId13"/>
    <p:sldId id="269" r:id="rId14"/>
    <p:sldId id="268" r:id="rId15"/>
    <p:sldId id="270" r:id="rId16"/>
    <p:sldId id="271" r:id="rId17"/>
    <p:sldId id="278" r:id="rId18"/>
    <p:sldId id="279" r:id="rId19"/>
    <p:sldId id="273" r:id="rId20"/>
    <p:sldId id="280" r:id="rId21"/>
    <p:sldId id="275" r:id="rId22"/>
    <p:sldId id="276" r:id="rId23"/>
    <p:sldId id="285" r:id="rId24"/>
    <p:sldId id="28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50" d="100"/>
          <a:sy n="50" d="100"/>
        </p:scale>
        <p:origin x="1891" y="8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linka Mario" userId="55cebaffcfb4959f" providerId="LiveId" clId="{A7A8B5D2-80BD-4E0B-A995-54C4D09CEA68}"/>
    <pc:docChg chg="undo custSel modSld">
      <pc:chgData name="Shalinka Mario" userId="55cebaffcfb4959f" providerId="LiveId" clId="{A7A8B5D2-80BD-4E0B-A995-54C4D09CEA68}" dt="2026-09-17T06:15:33.921" v="11" actId="732"/>
      <pc:docMkLst>
        <pc:docMk/>
      </pc:docMkLst>
      <pc:sldChg chg="modSp mod">
        <pc:chgData name="Shalinka Mario" userId="55cebaffcfb4959f" providerId="LiveId" clId="{A7A8B5D2-80BD-4E0B-A995-54C4D09CEA68}" dt="2026-09-17T06:15:33.921" v="11" actId="732"/>
        <pc:sldMkLst>
          <pc:docMk/>
          <pc:sldMk cId="1099045349" sldId="290"/>
        </pc:sldMkLst>
        <pc:picChg chg="mod modCrop">
          <ac:chgData name="Shalinka Mario" userId="55cebaffcfb4959f" providerId="LiveId" clId="{A7A8B5D2-80BD-4E0B-A995-54C4D09CEA68}" dt="2026-09-17T06:15:33.921" v="11" actId="732"/>
          <ac:picMkLst>
            <pc:docMk/>
            <pc:sldMk cId="1099045349" sldId="290"/>
            <ac:picMk id="9" creationId="{0D2AA4A9-3EC5-470D-B9E8-C5551E3CE3B8}"/>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3C9F8-60F0-4C21-A464-5C3460A213A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E61A868-2D0D-43A6-A18E-05FC590C09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9FD65C0-F76F-4887-AEC9-3E689741EB19}"/>
              </a:ext>
            </a:extLst>
          </p:cNvPr>
          <p:cNvSpPr>
            <a:spLocks noGrp="1"/>
          </p:cNvSpPr>
          <p:nvPr>
            <p:ph type="dt" sz="half" idx="10"/>
          </p:nvPr>
        </p:nvSpPr>
        <p:spPr/>
        <p:txBody>
          <a:bodyPr/>
          <a:lstStyle/>
          <a:p>
            <a:fld id="{CA742CEC-941A-4E55-8FC0-E386360F9E42}" type="datetimeFigureOut">
              <a:rPr lang="en-US" smtClean="0"/>
              <a:t>9/17/2026</a:t>
            </a:fld>
            <a:endParaRPr lang="en-US"/>
          </a:p>
        </p:txBody>
      </p:sp>
      <p:sp>
        <p:nvSpPr>
          <p:cNvPr id="5" name="Footer Placeholder 4">
            <a:extLst>
              <a:ext uri="{FF2B5EF4-FFF2-40B4-BE49-F238E27FC236}">
                <a16:creationId xmlns:a16="http://schemas.microsoft.com/office/drawing/2014/main" id="{FDB75C73-F1D4-4FB5-87E9-D3D3DDFC7C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693E49-E877-42BF-AEEC-02AB1FFBE7F2}"/>
              </a:ext>
            </a:extLst>
          </p:cNvPr>
          <p:cNvSpPr>
            <a:spLocks noGrp="1"/>
          </p:cNvSpPr>
          <p:nvPr>
            <p:ph type="sldNum" sz="quarter" idx="12"/>
          </p:nvPr>
        </p:nvSpPr>
        <p:spPr/>
        <p:txBody>
          <a:bodyPr/>
          <a:lstStyle/>
          <a:p>
            <a:fld id="{C35A7AE9-1DCB-4ED0-B531-B513236046C3}" type="slidenum">
              <a:rPr lang="en-US" smtClean="0"/>
              <a:t>‹#›</a:t>
            </a:fld>
            <a:endParaRPr lang="en-US"/>
          </a:p>
        </p:txBody>
      </p:sp>
    </p:spTree>
    <p:extLst>
      <p:ext uri="{BB962C8B-B14F-4D97-AF65-F5344CB8AC3E}">
        <p14:creationId xmlns:p14="http://schemas.microsoft.com/office/powerpoint/2010/main" val="2191200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467CC-7934-49CD-8B9A-2A8DE62503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B4BC43-52D2-4FF0-BE31-BC0EE650C1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49AA50-30FB-49C0-8055-0709E4AAF60D}"/>
              </a:ext>
            </a:extLst>
          </p:cNvPr>
          <p:cNvSpPr>
            <a:spLocks noGrp="1"/>
          </p:cNvSpPr>
          <p:nvPr>
            <p:ph type="dt" sz="half" idx="10"/>
          </p:nvPr>
        </p:nvSpPr>
        <p:spPr/>
        <p:txBody>
          <a:bodyPr/>
          <a:lstStyle/>
          <a:p>
            <a:fld id="{CA742CEC-941A-4E55-8FC0-E386360F9E42}" type="datetimeFigureOut">
              <a:rPr lang="en-US" smtClean="0"/>
              <a:t>9/17/2026</a:t>
            </a:fld>
            <a:endParaRPr lang="en-US"/>
          </a:p>
        </p:txBody>
      </p:sp>
      <p:sp>
        <p:nvSpPr>
          <p:cNvPr id="5" name="Footer Placeholder 4">
            <a:extLst>
              <a:ext uri="{FF2B5EF4-FFF2-40B4-BE49-F238E27FC236}">
                <a16:creationId xmlns:a16="http://schemas.microsoft.com/office/drawing/2014/main" id="{16BCEC83-1B37-431E-A2ED-16D244D099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550AA7-BE58-4E1C-99A8-17C19EDFAD16}"/>
              </a:ext>
            </a:extLst>
          </p:cNvPr>
          <p:cNvSpPr>
            <a:spLocks noGrp="1"/>
          </p:cNvSpPr>
          <p:nvPr>
            <p:ph type="sldNum" sz="quarter" idx="12"/>
          </p:nvPr>
        </p:nvSpPr>
        <p:spPr/>
        <p:txBody>
          <a:bodyPr/>
          <a:lstStyle/>
          <a:p>
            <a:fld id="{C35A7AE9-1DCB-4ED0-B531-B513236046C3}" type="slidenum">
              <a:rPr lang="en-US" smtClean="0"/>
              <a:t>‹#›</a:t>
            </a:fld>
            <a:endParaRPr lang="en-US"/>
          </a:p>
        </p:txBody>
      </p:sp>
    </p:spTree>
    <p:extLst>
      <p:ext uri="{BB962C8B-B14F-4D97-AF65-F5344CB8AC3E}">
        <p14:creationId xmlns:p14="http://schemas.microsoft.com/office/powerpoint/2010/main" val="3448732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FD40-0B08-4626-A125-666CACBB3F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D14ABD8-179C-47EA-B28B-1DC54A3408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8F7A85-E4DA-4E4A-AD29-DB204D5DAA2A}"/>
              </a:ext>
            </a:extLst>
          </p:cNvPr>
          <p:cNvSpPr>
            <a:spLocks noGrp="1"/>
          </p:cNvSpPr>
          <p:nvPr>
            <p:ph type="dt" sz="half" idx="10"/>
          </p:nvPr>
        </p:nvSpPr>
        <p:spPr/>
        <p:txBody>
          <a:bodyPr/>
          <a:lstStyle/>
          <a:p>
            <a:fld id="{CA742CEC-941A-4E55-8FC0-E386360F9E42}" type="datetimeFigureOut">
              <a:rPr lang="en-US" smtClean="0"/>
              <a:t>9/17/2026</a:t>
            </a:fld>
            <a:endParaRPr lang="en-US"/>
          </a:p>
        </p:txBody>
      </p:sp>
      <p:sp>
        <p:nvSpPr>
          <p:cNvPr id="5" name="Footer Placeholder 4">
            <a:extLst>
              <a:ext uri="{FF2B5EF4-FFF2-40B4-BE49-F238E27FC236}">
                <a16:creationId xmlns:a16="http://schemas.microsoft.com/office/drawing/2014/main" id="{37E575B7-B22B-42B9-8C07-330E7269F2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045390-F738-43DF-B0D8-3F1A2C2AEE75}"/>
              </a:ext>
            </a:extLst>
          </p:cNvPr>
          <p:cNvSpPr>
            <a:spLocks noGrp="1"/>
          </p:cNvSpPr>
          <p:nvPr>
            <p:ph type="sldNum" sz="quarter" idx="12"/>
          </p:nvPr>
        </p:nvSpPr>
        <p:spPr/>
        <p:txBody>
          <a:bodyPr/>
          <a:lstStyle/>
          <a:p>
            <a:fld id="{C35A7AE9-1DCB-4ED0-B531-B513236046C3}" type="slidenum">
              <a:rPr lang="en-US" smtClean="0"/>
              <a:t>‹#›</a:t>
            </a:fld>
            <a:endParaRPr lang="en-US"/>
          </a:p>
        </p:txBody>
      </p:sp>
    </p:spTree>
    <p:extLst>
      <p:ext uri="{BB962C8B-B14F-4D97-AF65-F5344CB8AC3E}">
        <p14:creationId xmlns:p14="http://schemas.microsoft.com/office/powerpoint/2010/main" val="400166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EAB72-8F9A-40FD-966D-957EE6675A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A75AFB-8607-4F09-A897-26B2534EDE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0272A15-25EF-43E2-BD92-F3DA1EAE026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C4907B8-F7BB-47B9-9C45-01717E342B7B}"/>
              </a:ext>
            </a:extLst>
          </p:cNvPr>
          <p:cNvSpPr>
            <a:spLocks noGrp="1"/>
          </p:cNvSpPr>
          <p:nvPr>
            <p:ph type="dt" sz="half" idx="10"/>
          </p:nvPr>
        </p:nvSpPr>
        <p:spPr/>
        <p:txBody>
          <a:bodyPr/>
          <a:lstStyle/>
          <a:p>
            <a:fld id="{CA742CEC-941A-4E55-8FC0-E386360F9E42}" type="datetimeFigureOut">
              <a:rPr lang="en-US" smtClean="0"/>
              <a:t>9/17/2026</a:t>
            </a:fld>
            <a:endParaRPr lang="en-US"/>
          </a:p>
        </p:txBody>
      </p:sp>
      <p:sp>
        <p:nvSpPr>
          <p:cNvPr id="6" name="Footer Placeholder 5">
            <a:extLst>
              <a:ext uri="{FF2B5EF4-FFF2-40B4-BE49-F238E27FC236}">
                <a16:creationId xmlns:a16="http://schemas.microsoft.com/office/drawing/2014/main" id="{FF970A60-3315-49DF-ADA4-976E27233F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43D84C-50E3-4530-A1BA-9ED4F2383222}"/>
              </a:ext>
            </a:extLst>
          </p:cNvPr>
          <p:cNvSpPr>
            <a:spLocks noGrp="1"/>
          </p:cNvSpPr>
          <p:nvPr>
            <p:ph type="sldNum" sz="quarter" idx="12"/>
          </p:nvPr>
        </p:nvSpPr>
        <p:spPr/>
        <p:txBody>
          <a:bodyPr/>
          <a:lstStyle/>
          <a:p>
            <a:fld id="{C35A7AE9-1DCB-4ED0-B531-B513236046C3}" type="slidenum">
              <a:rPr lang="en-US" smtClean="0"/>
              <a:t>‹#›</a:t>
            </a:fld>
            <a:endParaRPr lang="en-US"/>
          </a:p>
        </p:txBody>
      </p:sp>
    </p:spTree>
    <p:extLst>
      <p:ext uri="{BB962C8B-B14F-4D97-AF65-F5344CB8AC3E}">
        <p14:creationId xmlns:p14="http://schemas.microsoft.com/office/powerpoint/2010/main" val="12084850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10388-6F7B-4BD6-956C-1EAA5122DD1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078733-F39A-4C67-B65C-1962028CAE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26304A-B7D8-432A-9744-EBF2F3213A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3DE58E4-E955-43F5-BE4E-6EC7749E53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749717-E318-4412-8011-560A7FA7B20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EAC089C-C7E3-49E2-972E-9A219A517D99}"/>
              </a:ext>
            </a:extLst>
          </p:cNvPr>
          <p:cNvSpPr>
            <a:spLocks noGrp="1"/>
          </p:cNvSpPr>
          <p:nvPr>
            <p:ph type="dt" sz="half" idx="10"/>
          </p:nvPr>
        </p:nvSpPr>
        <p:spPr/>
        <p:txBody>
          <a:bodyPr/>
          <a:lstStyle/>
          <a:p>
            <a:fld id="{CA742CEC-941A-4E55-8FC0-E386360F9E42}" type="datetimeFigureOut">
              <a:rPr lang="en-US" smtClean="0"/>
              <a:t>9/17/2026</a:t>
            </a:fld>
            <a:endParaRPr lang="en-US"/>
          </a:p>
        </p:txBody>
      </p:sp>
      <p:sp>
        <p:nvSpPr>
          <p:cNvPr id="8" name="Footer Placeholder 7">
            <a:extLst>
              <a:ext uri="{FF2B5EF4-FFF2-40B4-BE49-F238E27FC236}">
                <a16:creationId xmlns:a16="http://schemas.microsoft.com/office/drawing/2014/main" id="{2A78E9A6-D38C-46B7-A8C0-FA033B3A290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AEDC42E-7ED6-4058-900D-68E095ABB0C5}"/>
              </a:ext>
            </a:extLst>
          </p:cNvPr>
          <p:cNvSpPr>
            <a:spLocks noGrp="1"/>
          </p:cNvSpPr>
          <p:nvPr>
            <p:ph type="sldNum" sz="quarter" idx="12"/>
          </p:nvPr>
        </p:nvSpPr>
        <p:spPr/>
        <p:txBody>
          <a:bodyPr/>
          <a:lstStyle/>
          <a:p>
            <a:fld id="{C35A7AE9-1DCB-4ED0-B531-B513236046C3}" type="slidenum">
              <a:rPr lang="en-US" smtClean="0"/>
              <a:t>‹#›</a:t>
            </a:fld>
            <a:endParaRPr lang="en-US"/>
          </a:p>
        </p:txBody>
      </p:sp>
    </p:spTree>
    <p:extLst>
      <p:ext uri="{BB962C8B-B14F-4D97-AF65-F5344CB8AC3E}">
        <p14:creationId xmlns:p14="http://schemas.microsoft.com/office/powerpoint/2010/main" val="30585438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3F1DD-860A-4ECD-8060-1DDDDF1460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27EEEB8-F8FD-4DEB-B6E7-C17382CCDF58}"/>
              </a:ext>
            </a:extLst>
          </p:cNvPr>
          <p:cNvSpPr>
            <a:spLocks noGrp="1"/>
          </p:cNvSpPr>
          <p:nvPr>
            <p:ph type="dt" sz="half" idx="10"/>
          </p:nvPr>
        </p:nvSpPr>
        <p:spPr/>
        <p:txBody>
          <a:bodyPr/>
          <a:lstStyle/>
          <a:p>
            <a:fld id="{CA742CEC-941A-4E55-8FC0-E386360F9E42}" type="datetimeFigureOut">
              <a:rPr lang="en-US" smtClean="0"/>
              <a:t>9/17/2026</a:t>
            </a:fld>
            <a:endParaRPr lang="en-US"/>
          </a:p>
        </p:txBody>
      </p:sp>
      <p:sp>
        <p:nvSpPr>
          <p:cNvPr id="4" name="Footer Placeholder 3">
            <a:extLst>
              <a:ext uri="{FF2B5EF4-FFF2-40B4-BE49-F238E27FC236}">
                <a16:creationId xmlns:a16="http://schemas.microsoft.com/office/drawing/2014/main" id="{EBF54C69-4147-42EE-BE48-410391B1B9B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DDE624-DCF0-4AA5-9556-F19231F7B223}"/>
              </a:ext>
            </a:extLst>
          </p:cNvPr>
          <p:cNvSpPr>
            <a:spLocks noGrp="1"/>
          </p:cNvSpPr>
          <p:nvPr>
            <p:ph type="sldNum" sz="quarter" idx="12"/>
          </p:nvPr>
        </p:nvSpPr>
        <p:spPr/>
        <p:txBody>
          <a:bodyPr/>
          <a:lstStyle/>
          <a:p>
            <a:fld id="{C35A7AE9-1DCB-4ED0-B531-B513236046C3}" type="slidenum">
              <a:rPr lang="en-US" smtClean="0"/>
              <a:t>‹#›</a:t>
            </a:fld>
            <a:endParaRPr lang="en-US"/>
          </a:p>
        </p:txBody>
      </p:sp>
    </p:spTree>
    <p:extLst>
      <p:ext uri="{BB962C8B-B14F-4D97-AF65-F5344CB8AC3E}">
        <p14:creationId xmlns:p14="http://schemas.microsoft.com/office/powerpoint/2010/main" val="3826519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259768-E7F0-4549-B557-F4F770EA1607}"/>
              </a:ext>
            </a:extLst>
          </p:cNvPr>
          <p:cNvSpPr>
            <a:spLocks noGrp="1"/>
          </p:cNvSpPr>
          <p:nvPr>
            <p:ph type="dt" sz="half" idx="10"/>
          </p:nvPr>
        </p:nvSpPr>
        <p:spPr/>
        <p:txBody>
          <a:bodyPr/>
          <a:lstStyle/>
          <a:p>
            <a:fld id="{CA742CEC-941A-4E55-8FC0-E386360F9E42}" type="datetimeFigureOut">
              <a:rPr lang="en-US" smtClean="0"/>
              <a:t>9/17/2026</a:t>
            </a:fld>
            <a:endParaRPr lang="en-US"/>
          </a:p>
        </p:txBody>
      </p:sp>
      <p:sp>
        <p:nvSpPr>
          <p:cNvPr id="3" name="Footer Placeholder 2">
            <a:extLst>
              <a:ext uri="{FF2B5EF4-FFF2-40B4-BE49-F238E27FC236}">
                <a16:creationId xmlns:a16="http://schemas.microsoft.com/office/drawing/2014/main" id="{749433E4-7756-499A-9328-FD66459D002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904A2F-DA4E-4A1F-B52F-99CC6E2EA5C9}"/>
              </a:ext>
            </a:extLst>
          </p:cNvPr>
          <p:cNvSpPr>
            <a:spLocks noGrp="1"/>
          </p:cNvSpPr>
          <p:nvPr>
            <p:ph type="sldNum" sz="quarter" idx="12"/>
          </p:nvPr>
        </p:nvSpPr>
        <p:spPr/>
        <p:txBody>
          <a:bodyPr/>
          <a:lstStyle/>
          <a:p>
            <a:fld id="{C35A7AE9-1DCB-4ED0-B531-B513236046C3}" type="slidenum">
              <a:rPr lang="en-US" smtClean="0"/>
              <a:t>‹#›</a:t>
            </a:fld>
            <a:endParaRPr lang="en-US"/>
          </a:p>
        </p:txBody>
      </p:sp>
    </p:spTree>
    <p:extLst>
      <p:ext uri="{BB962C8B-B14F-4D97-AF65-F5344CB8AC3E}">
        <p14:creationId xmlns:p14="http://schemas.microsoft.com/office/powerpoint/2010/main" val="3030353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0D410-BB9C-41E6-AA3D-CE884DD23F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7F09346-B471-4AD8-80FB-5FF378F54F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E491B8-1F21-4F5A-8AB3-6A9F378F1E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3DAED1-29B4-4CA3-94E5-8D80F3F7E6A7}"/>
              </a:ext>
            </a:extLst>
          </p:cNvPr>
          <p:cNvSpPr>
            <a:spLocks noGrp="1"/>
          </p:cNvSpPr>
          <p:nvPr>
            <p:ph type="dt" sz="half" idx="10"/>
          </p:nvPr>
        </p:nvSpPr>
        <p:spPr/>
        <p:txBody>
          <a:bodyPr/>
          <a:lstStyle/>
          <a:p>
            <a:fld id="{CA742CEC-941A-4E55-8FC0-E386360F9E42}" type="datetimeFigureOut">
              <a:rPr lang="en-US" smtClean="0"/>
              <a:t>9/17/2026</a:t>
            </a:fld>
            <a:endParaRPr lang="en-US"/>
          </a:p>
        </p:txBody>
      </p:sp>
      <p:sp>
        <p:nvSpPr>
          <p:cNvPr id="6" name="Footer Placeholder 5">
            <a:extLst>
              <a:ext uri="{FF2B5EF4-FFF2-40B4-BE49-F238E27FC236}">
                <a16:creationId xmlns:a16="http://schemas.microsoft.com/office/drawing/2014/main" id="{67A30B79-7EA5-4972-A4DC-66BA1FC965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B6539A-0A7E-4EEF-843F-4FE1C5946B68}"/>
              </a:ext>
            </a:extLst>
          </p:cNvPr>
          <p:cNvSpPr>
            <a:spLocks noGrp="1"/>
          </p:cNvSpPr>
          <p:nvPr>
            <p:ph type="sldNum" sz="quarter" idx="12"/>
          </p:nvPr>
        </p:nvSpPr>
        <p:spPr/>
        <p:txBody>
          <a:bodyPr/>
          <a:lstStyle/>
          <a:p>
            <a:fld id="{C35A7AE9-1DCB-4ED0-B531-B513236046C3}" type="slidenum">
              <a:rPr lang="en-US" smtClean="0"/>
              <a:t>‹#›</a:t>
            </a:fld>
            <a:endParaRPr lang="en-US"/>
          </a:p>
        </p:txBody>
      </p:sp>
    </p:spTree>
    <p:extLst>
      <p:ext uri="{BB962C8B-B14F-4D97-AF65-F5344CB8AC3E}">
        <p14:creationId xmlns:p14="http://schemas.microsoft.com/office/powerpoint/2010/main" val="4210734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D1273-673C-43D7-8084-232E6B9C25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1520489-4AB8-4DF6-B6EA-0CBBE3E1BD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C1DFA4B-98DA-429C-91AD-020837529D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52C471-5C39-4144-AAFA-F4EF674EE1F1}"/>
              </a:ext>
            </a:extLst>
          </p:cNvPr>
          <p:cNvSpPr>
            <a:spLocks noGrp="1"/>
          </p:cNvSpPr>
          <p:nvPr>
            <p:ph type="dt" sz="half" idx="10"/>
          </p:nvPr>
        </p:nvSpPr>
        <p:spPr/>
        <p:txBody>
          <a:bodyPr/>
          <a:lstStyle/>
          <a:p>
            <a:fld id="{CA742CEC-941A-4E55-8FC0-E386360F9E42}" type="datetimeFigureOut">
              <a:rPr lang="en-US" smtClean="0"/>
              <a:t>9/17/2026</a:t>
            </a:fld>
            <a:endParaRPr lang="en-US"/>
          </a:p>
        </p:txBody>
      </p:sp>
      <p:sp>
        <p:nvSpPr>
          <p:cNvPr id="6" name="Footer Placeholder 5">
            <a:extLst>
              <a:ext uri="{FF2B5EF4-FFF2-40B4-BE49-F238E27FC236}">
                <a16:creationId xmlns:a16="http://schemas.microsoft.com/office/drawing/2014/main" id="{8F07AC53-CFEB-48FE-9A1F-6EAD4AB9F6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3F57DE-86CE-498B-BCE8-A86AE90AA95D}"/>
              </a:ext>
            </a:extLst>
          </p:cNvPr>
          <p:cNvSpPr>
            <a:spLocks noGrp="1"/>
          </p:cNvSpPr>
          <p:nvPr>
            <p:ph type="sldNum" sz="quarter" idx="12"/>
          </p:nvPr>
        </p:nvSpPr>
        <p:spPr/>
        <p:txBody>
          <a:bodyPr/>
          <a:lstStyle/>
          <a:p>
            <a:fld id="{C35A7AE9-1DCB-4ED0-B531-B513236046C3}" type="slidenum">
              <a:rPr lang="en-US" smtClean="0"/>
              <a:t>‹#›</a:t>
            </a:fld>
            <a:endParaRPr lang="en-US"/>
          </a:p>
        </p:txBody>
      </p:sp>
    </p:spTree>
    <p:extLst>
      <p:ext uri="{BB962C8B-B14F-4D97-AF65-F5344CB8AC3E}">
        <p14:creationId xmlns:p14="http://schemas.microsoft.com/office/powerpoint/2010/main" val="2628104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BFF37-C31C-4728-AFE1-AB8A2E6636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E4EF9EB-565D-47D8-8FA6-89ABE7B756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273ED0-41F0-457A-93A3-B029C6F13BE7}"/>
              </a:ext>
            </a:extLst>
          </p:cNvPr>
          <p:cNvSpPr>
            <a:spLocks noGrp="1"/>
          </p:cNvSpPr>
          <p:nvPr>
            <p:ph type="dt" sz="half" idx="10"/>
          </p:nvPr>
        </p:nvSpPr>
        <p:spPr/>
        <p:txBody>
          <a:bodyPr/>
          <a:lstStyle/>
          <a:p>
            <a:fld id="{CA742CEC-941A-4E55-8FC0-E386360F9E42}" type="datetimeFigureOut">
              <a:rPr lang="en-US" smtClean="0"/>
              <a:t>9/17/2026</a:t>
            </a:fld>
            <a:endParaRPr lang="en-US"/>
          </a:p>
        </p:txBody>
      </p:sp>
      <p:sp>
        <p:nvSpPr>
          <p:cNvPr id="5" name="Footer Placeholder 4">
            <a:extLst>
              <a:ext uri="{FF2B5EF4-FFF2-40B4-BE49-F238E27FC236}">
                <a16:creationId xmlns:a16="http://schemas.microsoft.com/office/drawing/2014/main" id="{8A00688B-2873-4C34-9EE3-9DB97DEDA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ADBE1D-5929-401C-BA35-9633628C8557}"/>
              </a:ext>
            </a:extLst>
          </p:cNvPr>
          <p:cNvSpPr>
            <a:spLocks noGrp="1"/>
          </p:cNvSpPr>
          <p:nvPr>
            <p:ph type="sldNum" sz="quarter" idx="12"/>
          </p:nvPr>
        </p:nvSpPr>
        <p:spPr/>
        <p:txBody>
          <a:bodyPr/>
          <a:lstStyle/>
          <a:p>
            <a:fld id="{C35A7AE9-1DCB-4ED0-B531-B513236046C3}" type="slidenum">
              <a:rPr lang="en-US" smtClean="0"/>
              <a:t>‹#›</a:t>
            </a:fld>
            <a:endParaRPr lang="en-US"/>
          </a:p>
        </p:txBody>
      </p:sp>
    </p:spTree>
    <p:extLst>
      <p:ext uri="{BB962C8B-B14F-4D97-AF65-F5344CB8AC3E}">
        <p14:creationId xmlns:p14="http://schemas.microsoft.com/office/powerpoint/2010/main" val="3678195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E97A5D-A0CC-4C72-850F-D50039888C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8F8D785-9475-48A4-B7B3-80BED996CDE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747807-4BAF-4122-A693-47391CF9F645}"/>
              </a:ext>
            </a:extLst>
          </p:cNvPr>
          <p:cNvSpPr>
            <a:spLocks noGrp="1"/>
          </p:cNvSpPr>
          <p:nvPr>
            <p:ph type="dt" sz="half" idx="10"/>
          </p:nvPr>
        </p:nvSpPr>
        <p:spPr/>
        <p:txBody>
          <a:bodyPr/>
          <a:lstStyle/>
          <a:p>
            <a:fld id="{CA742CEC-941A-4E55-8FC0-E386360F9E42}" type="datetimeFigureOut">
              <a:rPr lang="en-US" smtClean="0"/>
              <a:t>9/17/2026</a:t>
            </a:fld>
            <a:endParaRPr lang="en-US"/>
          </a:p>
        </p:txBody>
      </p:sp>
      <p:sp>
        <p:nvSpPr>
          <p:cNvPr id="5" name="Footer Placeholder 4">
            <a:extLst>
              <a:ext uri="{FF2B5EF4-FFF2-40B4-BE49-F238E27FC236}">
                <a16:creationId xmlns:a16="http://schemas.microsoft.com/office/drawing/2014/main" id="{D8DFEC00-A092-4AA3-B180-E05E18A8C2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3B6F0A-C181-4DC4-A13A-1EEE30FB6AED}"/>
              </a:ext>
            </a:extLst>
          </p:cNvPr>
          <p:cNvSpPr>
            <a:spLocks noGrp="1"/>
          </p:cNvSpPr>
          <p:nvPr>
            <p:ph type="sldNum" sz="quarter" idx="12"/>
          </p:nvPr>
        </p:nvSpPr>
        <p:spPr/>
        <p:txBody>
          <a:bodyPr/>
          <a:lstStyle/>
          <a:p>
            <a:fld id="{C35A7AE9-1DCB-4ED0-B531-B513236046C3}" type="slidenum">
              <a:rPr lang="en-US" smtClean="0"/>
              <a:t>‹#›</a:t>
            </a:fld>
            <a:endParaRPr lang="en-US"/>
          </a:p>
        </p:txBody>
      </p:sp>
    </p:spTree>
    <p:extLst>
      <p:ext uri="{BB962C8B-B14F-4D97-AF65-F5344CB8AC3E}">
        <p14:creationId xmlns:p14="http://schemas.microsoft.com/office/powerpoint/2010/main" val="4254804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8CBC35-948C-41B5-BC97-EAE7155B91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4589ACD-D370-43FE-8278-30E0E897CF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C62ECF-3508-4788-AF50-DA07655777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742CEC-941A-4E55-8FC0-E386360F9E42}" type="datetimeFigureOut">
              <a:rPr lang="en-US" smtClean="0"/>
              <a:t>9/17/2026</a:t>
            </a:fld>
            <a:endParaRPr lang="en-US"/>
          </a:p>
        </p:txBody>
      </p:sp>
      <p:sp>
        <p:nvSpPr>
          <p:cNvPr id="5" name="Footer Placeholder 4">
            <a:extLst>
              <a:ext uri="{FF2B5EF4-FFF2-40B4-BE49-F238E27FC236}">
                <a16:creationId xmlns:a16="http://schemas.microsoft.com/office/drawing/2014/main" id="{89BC31A7-4E32-4D57-B20D-AC262C0DEA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6F6AE4F-316B-4FF1-ABEA-4AF2176D4C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5A7AE9-1DCB-4ED0-B531-B513236046C3}" type="slidenum">
              <a:rPr lang="en-US" smtClean="0"/>
              <a:t>‹#›</a:t>
            </a:fld>
            <a:endParaRPr lang="en-US"/>
          </a:p>
        </p:txBody>
      </p:sp>
    </p:spTree>
    <p:extLst>
      <p:ext uri="{BB962C8B-B14F-4D97-AF65-F5344CB8AC3E}">
        <p14:creationId xmlns:p14="http://schemas.microsoft.com/office/powerpoint/2010/main" val="25363130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470F7F5-49DE-47ED-A3A7-241311DFC7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2495" y="79131"/>
            <a:ext cx="6847010" cy="2107358"/>
          </a:xfrm>
          <a:prstGeom prst="rect">
            <a:avLst/>
          </a:prstGeom>
        </p:spPr>
      </p:pic>
      <p:sp>
        <p:nvSpPr>
          <p:cNvPr id="6" name="TextBox 5">
            <a:extLst>
              <a:ext uri="{FF2B5EF4-FFF2-40B4-BE49-F238E27FC236}">
                <a16:creationId xmlns:a16="http://schemas.microsoft.com/office/drawing/2014/main" id="{E784EDB7-BAD5-4C77-BF41-2C41EF750374}"/>
              </a:ext>
            </a:extLst>
          </p:cNvPr>
          <p:cNvSpPr txBox="1"/>
          <p:nvPr/>
        </p:nvSpPr>
        <p:spPr>
          <a:xfrm>
            <a:off x="3205895" y="2186489"/>
            <a:ext cx="5780210" cy="1323439"/>
          </a:xfrm>
          <a:prstGeom prst="rect">
            <a:avLst/>
          </a:prstGeom>
          <a:noFill/>
        </p:spPr>
        <p:txBody>
          <a:bodyPr wrap="square" rtlCol="0">
            <a:spAutoFit/>
          </a:bodyPr>
          <a:lstStyle/>
          <a:p>
            <a:pPr algn="ctr"/>
            <a:r>
              <a:rPr lang="en-US" sz="4000" b="1" dirty="0">
                <a:effectLst/>
                <a:latin typeface="Times New Roman" panose="02020603050405020304" pitchFamily="18" charset="0"/>
                <a:ea typeface="Arial MT"/>
                <a:cs typeface="Times New Roman" panose="02020603050405020304" pitchFamily="18" charset="0"/>
              </a:rPr>
              <a:t>Professional</a:t>
            </a:r>
            <a:r>
              <a:rPr lang="en-US" sz="4000" b="1" spc="-25" dirty="0">
                <a:effectLst/>
                <a:latin typeface="Times New Roman" panose="02020603050405020304" pitchFamily="18" charset="0"/>
                <a:ea typeface="Arial MT"/>
                <a:cs typeface="Times New Roman" panose="02020603050405020304" pitchFamily="18" charset="0"/>
              </a:rPr>
              <a:t> </a:t>
            </a:r>
            <a:r>
              <a:rPr lang="en-US" sz="4000" b="1" spc="-10" dirty="0">
                <a:effectLst/>
                <a:latin typeface="Times New Roman" panose="02020603050405020304" pitchFamily="18" charset="0"/>
                <a:ea typeface="Arial MT"/>
                <a:cs typeface="Times New Roman" panose="02020603050405020304" pitchFamily="18" charset="0"/>
              </a:rPr>
              <a:t>Practice CSE4007</a:t>
            </a:r>
            <a:endParaRPr lang="en-US" sz="40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0796059-F202-436C-BCDC-B9DD15E4D423}"/>
              </a:ext>
            </a:extLst>
          </p:cNvPr>
          <p:cNvSpPr txBox="1"/>
          <p:nvPr/>
        </p:nvSpPr>
        <p:spPr>
          <a:xfrm>
            <a:off x="4736855" y="3615436"/>
            <a:ext cx="2921244" cy="369332"/>
          </a:xfrm>
          <a:prstGeom prst="rect">
            <a:avLst/>
          </a:prstGeom>
          <a:noFill/>
        </p:spPr>
        <p:txBody>
          <a:bodyPr wrap="square">
            <a:spAutoFit/>
          </a:bodyPr>
          <a:lstStyle/>
          <a:p>
            <a:r>
              <a:rPr lang="en-US" sz="1800" b="1" dirty="0">
                <a:solidFill>
                  <a:schemeClr val="tx1"/>
                </a:solidFill>
                <a:latin typeface="Times New Roman" panose="02020603050405020304" pitchFamily="18" charset="0"/>
                <a:ea typeface="Crimson Pro"/>
                <a:cs typeface="Times New Roman" panose="02020603050405020304" pitchFamily="18" charset="0"/>
              </a:rPr>
              <a:t>GROUP PRESENTATION</a:t>
            </a:r>
            <a:endParaRPr lang="en-US"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C6AD705E-3DD7-483F-A56C-31F299287DE1}"/>
              </a:ext>
            </a:extLst>
          </p:cNvPr>
          <p:cNvSpPr txBox="1"/>
          <p:nvPr/>
        </p:nvSpPr>
        <p:spPr>
          <a:xfrm>
            <a:off x="288681" y="4293847"/>
            <a:ext cx="11614638" cy="2120068"/>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Samarakoon </a:t>
            </a:r>
            <a:r>
              <a:rPr lang="en-US" dirty="0" err="1">
                <a:latin typeface="Times New Roman" panose="02020603050405020304" pitchFamily="18" charset="0"/>
                <a:cs typeface="Times New Roman" panose="02020603050405020304" pitchFamily="18" charset="0"/>
              </a:rPr>
              <a:t>Mudiyanselage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Tharindu</a:t>
            </a:r>
            <a:r>
              <a:rPr lang="en-US" dirty="0">
                <a:latin typeface="Times New Roman" panose="02020603050405020304" pitchFamily="18" charset="0"/>
                <a:cs typeface="Times New Roman" panose="02020603050405020304" pitchFamily="18" charset="0"/>
              </a:rPr>
              <a:t> Francesco - CL/HDCSE/CMU/131/17 - st20339052 (Team leader)</a:t>
            </a:r>
          </a:p>
          <a:p>
            <a:pPr>
              <a:lnSpc>
                <a:spcPct val="150000"/>
              </a:lnSpc>
            </a:pPr>
            <a:r>
              <a:rPr lang="en-US" dirty="0">
                <a:latin typeface="Times New Roman" panose="02020603050405020304" pitchFamily="18" charset="0"/>
                <a:cs typeface="Times New Roman" panose="02020603050405020304" pitchFamily="18" charset="0"/>
              </a:rPr>
              <a:t>Hingurage Ravindu Shenal Perera - CL/HDCSE/CMU/131/28 - st20338940 (Event vice president &amp; Group Reporting Lead)</a:t>
            </a:r>
          </a:p>
          <a:p>
            <a:pPr>
              <a:lnSpc>
                <a:spcPct val="150000"/>
              </a:lnSpc>
            </a:pPr>
            <a:r>
              <a:rPr lang="en-US" dirty="0" err="1">
                <a:latin typeface="Times New Roman" panose="02020603050405020304" pitchFamily="18" charset="0"/>
                <a:cs typeface="Times New Roman" panose="02020603050405020304" pitchFamily="18" charset="0"/>
              </a:rPr>
              <a:t>Dunukara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Mudiyanselage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Sithumi</a:t>
            </a:r>
            <a:r>
              <a:rPr lang="en-US" dirty="0">
                <a:latin typeface="Times New Roman" panose="02020603050405020304" pitchFamily="18" charset="0"/>
                <a:cs typeface="Times New Roman" panose="02020603050405020304" pitchFamily="18" charset="0"/>
              </a:rPr>
              <a:t> Amaya CL/HDCSE/CMU/131/14 st20339049 (Documentation)</a:t>
            </a:r>
          </a:p>
          <a:p>
            <a:pPr>
              <a:lnSpc>
                <a:spcPct val="150000"/>
              </a:lnSpc>
            </a:pPr>
            <a:r>
              <a:rPr lang="en-US" dirty="0" err="1">
                <a:latin typeface="Times New Roman" panose="02020603050405020304" pitchFamily="18" charset="0"/>
                <a:cs typeface="Times New Roman" panose="02020603050405020304" pitchFamily="18" charset="0"/>
              </a:rPr>
              <a:t>Sahan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Kavishka</a:t>
            </a:r>
            <a:r>
              <a:rPr lang="en-US" dirty="0">
                <a:latin typeface="Times New Roman" panose="02020603050405020304" pitchFamily="18" charset="0"/>
                <a:cs typeface="Times New Roman" panose="02020603050405020304" pitchFamily="18" charset="0"/>
              </a:rPr>
              <a:t> Adhikari CL/HDCSE/CMU/131/32 st20338943 (Corporate Relations Officer)</a:t>
            </a:r>
          </a:p>
          <a:p>
            <a:pPr>
              <a:lnSpc>
                <a:spcPct val="150000"/>
              </a:lnSpc>
            </a:pPr>
            <a:r>
              <a:rPr lang="en-US" dirty="0" err="1">
                <a:latin typeface="Times New Roman" panose="02020603050405020304" pitchFamily="18" charset="0"/>
                <a:cs typeface="Times New Roman" panose="02020603050405020304" pitchFamily="18" charset="0"/>
              </a:rPr>
              <a:t>Randyn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Shalinka</a:t>
            </a:r>
            <a:r>
              <a:rPr lang="en-US" dirty="0">
                <a:latin typeface="Times New Roman" panose="02020603050405020304" pitchFamily="18" charset="0"/>
                <a:cs typeface="Times New Roman" panose="02020603050405020304" pitchFamily="18" charset="0"/>
              </a:rPr>
              <a:t> Mario </a:t>
            </a:r>
            <a:r>
              <a:rPr lang="en-US" dirty="0" err="1">
                <a:latin typeface="Times New Roman" panose="02020603050405020304" pitchFamily="18" charset="0"/>
                <a:cs typeface="Times New Roman" panose="02020603050405020304" pitchFamily="18" charset="0"/>
              </a:rPr>
              <a:t>Uyanage</a:t>
            </a:r>
            <a:r>
              <a:rPr lang="en-US" dirty="0">
                <a:latin typeface="Times New Roman" panose="02020603050405020304" pitchFamily="18" charset="0"/>
                <a:cs typeface="Times New Roman" panose="02020603050405020304" pitchFamily="18" charset="0"/>
              </a:rPr>
              <a:t> CL/HDCSE/CMU/131/27 st20338939 (Corporate Relations Officer)</a:t>
            </a:r>
          </a:p>
        </p:txBody>
      </p:sp>
    </p:spTree>
    <p:extLst>
      <p:ext uri="{BB962C8B-B14F-4D97-AF65-F5344CB8AC3E}">
        <p14:creationId xmlns:p14="http://schemas.microsoft.com/office/powerpoint/2010/main" val="24310374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097438DB-3FBA-4411-8BE4-34BB6C2FF322}"/>
              </a:ext>
            </a:extLst>
          </p:cNvPr>
          <p:cNvGraphicFramePr>
            <a:graphicFrameLocks noGrp="1"/>
          </p:cNvGraphicFramePr>
          <p:nvPr>
            <p:extLst>
              <p:ext uri="{D42A27DB-BD31-4B8C-83A1-F6EECF244321}">
                <p14:modId xmlns:p14="http://schemas.microsoft.com/office/powerpoint/2010/main" val="3411858333"/>
              </p:ext>
            </p:extLst>
          </p:nvPr>
        </p:nvGraphicFramePr>
        <p:xfrm>
          <a:off x="3649922" y="619168"/>
          <a:ext cx="6023610" cy="3060256"/>
        </p:xfrm>
        <a:graphic>
          <a:graphicData uri="http://schemas.openxmlformats.org/drawingml/2006/table">
            <a:tbl>
              <a:tblPr firstRow="1" firstCol="1" bandRow="1">
                <a:tableStyleId>{2D5ABB26-0587-4C30-8999-92F81FD0307C}</a:tableStyleId>
              </a:tblPr>
              <a:tblGrid>
                <a:gridCol w="1393678">
                  <a:extLst>
                    <a:ext uri="{9D8B030D-6E8A-4147-A177-3AD203B41FA5}">
                      <a16:colId xmlns:a16="http://schemas.microsoft.com/office/drawing/2014/main" val="2400930787"/>
                    </a:ext>
                  </a:extLst>
                </a:gridCol>
                <a:gridCol w="1600666">
                  <a:extLst>
                    <a:ext uri="{9D8B030D-6E8A-4147-A177-3AD203B41FA5}">
                      <a16:colId xmlns:a16="http://schemas.microsoft.com/office/drawing/2014/main" val="3830966262"/>
                    </a:ext>
                  </a:extLst>
                </a:gridCol>
                <a:gridCol w="3029266">
                  <a:extLst>
                    <a:ext uri="{9D8B030D-6E8A-4147-A177-3AD203B41FA5}">
                      <a16:colId xmlns:a16="http://schemas.microsoft.com/office/drawing/2014/main" val="3217394593"/>
                    </a:ext>
                  </a:extLst>
                </a:gridCol>
              </a:tblGrid>
              <a:tr h="353060">
                <a:tc gridSpan="2">
                  <a:txBody>
                    <a:bodyPr/>
                    <a:lstStyle/>
                    <a:p>
                      <a:pPr marL="0" marR="0">
                        <a:lnSpc>
                          <a:spcPct val="107000"/>
                        </a:lnSpc>
                        <a:spcBef>
                          <a:spcPts val="0"/>
                        </a:spcBef>
                        <a:spcAft>
                          <a:spcPts val="0"/>
                        </a:spcAft>
                      </a:pPr>
                      <a:r>
                        <a:rPr lang="en-US" sz="1100" kern="0" dirty="0">
                          <a:effectLst/>
                        </a:rPr>
                        <a:t>Qualification  </a:t>
                      </a:r>
                      <a:endParaRPr lang="en-US" sz="1200" kern="100" dirty="0">
                        <a:effectLst/>
                        <a:latin typeface="Times New Roman" panose="02020603050405020304" pitchFamily="18" charset="0"/>
                        <a:ea typeface="Aptos"/>
                        <a:cs typeface="Times New Roman" panose="02020603050405020304" pitchFamily="18" charset="0"/>
                      </a:endParaRPr>
                    </a:p>
                  </a:txBody>
                  <a:tcPr marL="52705" marR="114300" marT="158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635" marR="0">
                        <a:lnSpc>
                          <a:spcPct val="107000"/>
                        </a:lnSpc>
                        <a:spcBef>
                          <a:spcPts val="0"/>
                        </a:spcBef>
                        <a:spcAft>
                          <a:spcPts val="0"/>
                        </a:spcAft>
                      </a:pPr>
                      <a:r>
                        <a:rPr lang="en-US" sz="1100" kern="0">
                          <a:effectLst/>
                        </a:rPr>
                        <a:t>Module Number and Title  </a:t>
                      </a:r>
                      <a:endParaRPr lang="en-US" sz="1200" kern="100">
                        <a:effectLst/>
                        <a:latin typeface="Times New Roman" panose="02020603050405020304" pitchFamily="18" charset="0"/>
                        <a:ea typeface="Aptos"/>
                        <a:cs typeface="Times New Roman" panose="02020603050405020304" pitchFamily="18" charset="0"/>
                      </a:endParaRPr>
                    </a:p>
                  </a:txBody>
                  <a:tcPr marL="52705" marR="114300" marT="158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5515560"/>
                  </a:ext>
                </a:extLst>
              </a:tr>
              <a:tr h="551815">
                <a:tc gridSpan="2">
                  <a:txBody>
                    <a:bodyPr/>
                    <a:lstStyle/>
                    <a:p>
                      <a:pPr marL="0" marR="0">
                        <a:lnSpc>
                          <a:spcPct val="107000"/>
                        </a:lnSpc>
                        <a:spcBef>
                          <a:spcPts val="0"/>
                        </a:spcBef>
                        <a:spcAft>
                          <a:spcPts val="0"/>
                        </a:spcAft>
                      </a:pPr>
                      <a:r>
                        <a:rPr lang="en-US" sz="1100" kern="0" dirty="0">
                          <a:effectLst/>
                        </a:rPr>
                        <a:t>HD in Computing and Software Engineering </a:t>
                      </a:r>
                      <a:endParaRPr lang="en-US" sz="1200" kern="100" dirty="0">
                        <a:effectLst/>
                        <a:latin typeface="Times New Roman" panose="02020603050405020304" pitchFamily="18" charset="0"/>
                        <a:ea typeface="Aptos"/>
                        <a:cs typeface="Times New Roman" panose="02020603050405020304" pitchFamily="18" charset="0"/>
                      </a:endParaRPr>
                    </a:p>
                  </a:txBody>
                  <a:tcPr marL="52705" marR="114300" marT="158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635" marR="0" algn="just">
                        <a:lnSpc>
                          <a:spcPct val="107000"/>
                        </a:lnSpc>
                        <a:spcBef>
                          <a:spcPts val="0"/>
                        </a:spcBef>
                        <a:spcAft>
                          <a:spcPts val="0"/>
                        </a:spcAft>
                      </a:pPr>
                      <a:r>
                        <a:rPr kumimoji="0" lang="en-US" altLang="en-US" sz="1100" b="0" i="0" u="none" strike="noStrike" cap="none" normalizeH="0" baseline="0" dirty="0">
                          <a:ln>
                            <a:noFill/>
                          </a:ln>
                          <a:solidFill>
                            <a:schemeClr val="tx1"/>
                          </a:solidFill>
                          <a:effectLst/>
                          <a:latin typeface="Times New Roman" panose="02020603050405020304" pitchFamily="18" charset="0"/>
                          <a:ea typeface="Aptos" charset="0"/>
                          <a:cs typeface="Times New Roman" panose="02020603050405020304" pitchFamily="18" charset="0"/>
                        </a:rPr>
                        <a:t>Ethical, legal, and social issues arising from the use of emerging technology in all sorts of development projects/organizations </a:t>
                      </a:r>
                      <a:r>
                        <a:rPr lang="en-US" sz="1100" kern="0" dirty="0">
                          <a:effectLst/>
                        </a:rPr>
                        <a:t>CSE4007</a:t>
                      </a:r>
                      <a:endParaRPr lang="en-US" sz="1200" kern="100" dirty="0">
                        <a:effectLst/>
                        <a:latin typeface="Times New Roman" panose="02020603050405020304" pitchFamily="18" charset="0"/>
                        <a:ea typeface="Aptos"/>
                        <a:cs typeface="Times New Roman" panose="02020603050405020304" pitchFamily="18" charset="0"/>
                      </a:endParaRPr>
                    </a:p>
                  </a:txBody>
                  <a:tcPr marL="52705" marR="114300" marT="158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3919658"/>
                  </a:ext>
                </a:extLst>
              </a:tr>
              <a:tr h="286385">
                <a:tc gridSpan="2">
                  <a:txBody>
                    <a:bodyPr/>
                    <a:lstStyle/>
                    <a:p>
                      <a:pPr marL="0" marR="0">
                        <a:lnSpc>
                          <a:spcPct val="107000"/>
                        </a:lnSpc>
                        <a:spcBef>
                          <a:spcPts val="0"/>
                        </a:spcBef>
                        <a:spcAft>
                          <a:spcPts val="0"/>
                        </a:spcAft>
                      </a:pPr>
                      <a:r>
                        <a:rPr lang="en-US" sz="1100" kern="0" dirty="0">
                          <a:effectLst/>
                        </a:rPr>
                        <a:t>Student Name &amp; No.  </a:t>
                      </a:r>
                      <a:endParaRPr lang="en-US" sz="1200" kern="100" dirty="0">
                        <a:effectLst/>
                        <a:latin typeface="Times New Roman" panose="02020603050405020304" pitchFamily="18" charset="0"/>
                        <a:ea typeface="Aptos"/>
                        <a:cs typeface="Times New Roman" panose="02020603050405020304" pitchFamily="18" charset="0"/>
                      </a:endParaRPr>
                    </a:p>
                  </a:txBody>
                  <a:tcPr marL="52705" marR="114300" marT="158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635" marR="0">
                        <a:lnSpc>
                          <a:spcPct val="107000"/>
                        </a:lnSpc>
                        <a:spcBef>
                          <a:spcPts val="0"/>
                        </a:spcBef>
                        <a:spcAft>
                          <a:spcPts val="0"/>
                        </a:spcAft>
                      </a:pPr>
                      <a:r>
                        <a:rPr lang="en-US" sz="1100" kern="0">
                          <a:effectLst/>
                        </a:rPr>
                        <a:t>Assessor   </a:t>
                      </a:r>
                      <a:endParaRPr lang="en-US" sz="1200" kern="100">
                        <a:effectLst/>
                        <a:latin typeface="Times New Roman" panose="02020603050405020304" pitchFamily="18" charset="0"/>
                        <a:ea typeface="Aptos"/>
                        <a:cs typeface="Times New Roman" panose="02020603050405020304" pitchFamily="18" charset="0"/>
                      </a:endParaRPr>
                    </a:p>
                  </a:txBody>
                  <a:tcPr marL="52705" marR="114300" marT="158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2351658"/>
                  </a:ext>
                </a:extLst>
              </a:tr>
              <a:tr h="374650">
                <a:tc gridSpan="2">
                  <a:txBody>
                    <a:bodyPr/>
                    <a:lstStyle/>
                    <a:p>
                      <a:r>
                        <a:rPr lang="en-US" sz="1100" kern="1200" dirty="0">
                          <a:solidFill>
                            <a:schemeClr val="tx1"/>
                          </a:solidFill>
                          <a:effectLst/>
                          <a:latin typeface="Times New Roman" panose="02020603050405020304" pitchFamily="18" charset="0"/>
                          <a:ea typeface="+mn-ea"/>
                          <a:cs typeface="Times New Roman" panose="02020603050405020304" pitchFamily="18" charset="0"/>
                        </a:rPr>
                        <a:t>Randyn Shalinka Mario </a:t>
                      </a:r>
                      <a:r>
                        <a:rPr lang="en-US" sz="1100" kern="1200" dirty="0" err="1">
                          <a:solidFill>
                            <a:schemeClr val="tx1"/>
                          </a:solidFill>
                          <a:effectLst/>
                          <a:latin typeface="Times New Roman" panose="02020603050405020304" pitchFamily="18" charset="0"/>
                          <a:ea typeface="+mn-ea"/>
                          <a:cs typeface="Times New Roman" panose="02020603050405020304" pitchFamily="18" charset="0"/>
                        </a:rPr>
                        <a:t>Uyanage</a:t>
                      </a:r>
                      <a:endParaRPr lang="en-US" sz="1100" kern="1200" dirty="0">
                        <a:solidFill>
                          <a:schemeClr val="tx1"/>
                        </a:solidFill>
                        <a:effectLst/>
                        <a:latin typeface="Times New Roman" panose="02020603050405020304" pitchFamily="18" charset="0"/>
                        <a:ea typeface="+mn-ea"/>
                        <a:cs typeface="Times New Roman" panose="02020603050405020304" pitchFamily="18" charset="0"/>
                      </a:endParaRPr>
                    </a:p>
                    <a:p>
                      <a:r>
                        <a:rPr lang="en-US" sz="1100" kern="1200" dirty="0">
                          <a:solidFill>
                            <a:schemeClr val="tx1"/>
                          </a:solidFill>
                          <a:effectLst/>
                          <a:latin typeface="Times New Roman" panose="02020603050405020304" pitchFamily="18" charset="0"/>
                          <a:ea typeface="+mn-ea"/>
                          <a:cs typeface="Times New Roman" panose="02020603050405020304" pitchFamily="18" charset="0"/>
                        </a:rPr>
                        <a:t>CL/HDCSE/CMU/131/27</a:t>
                      </a:r>
                      <a:endParaRPr lang="en-US" sz="1100" kern="100" dirty="0">
                        <a:effectLst/>
                        <a:latin typeface="Times New Roman" panose="02020603050405020304" pitchFamily="18" charset="0"/>
                        <a:ea typeface="Aptos"/>
                        <a:cs typeface="Times New Roman" panose="02020603050405020304" pitchFamily="18" charset="0"/>
                      </a:endParaRPr>
                    </a:p>
                  </a:txBody>
                  <a:tcPr marL="52705" marR="114300" marT="158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635" marR="0" lvl="0" indent="0" algn="l" defTabSz="914400" rtl="0" eaLnBrk="1" fontAlgn="auto" latinLnBrk="0" hangingPunct="1">
                        <a:lnSpc>
                          <a:spcPct val="107000"/>
                        </a:lnSpc>
                        <a:spcBef>
                          <a:spcPts val="0"/>
                        </a:spcBef>
                        <a:spcAft>
                          <a:spcPts val="0"/>
                        </a:spcAft>
                        <a:buClrTx/>
                        <a:buSzTx/>
                        <a:buFontTx/>
                        <a:buNone/>
                        <a:tabLst/>
                        <a:defRPr/>
                      </a:pPr>
                      <a:r>
                        <a:rPr lang="en-US" sz="1100" kern="0" dirty="0">
                          <a:effectLst/>
                        </a:rPr>
                        <a:t>  </a:t>
                      </a:r>
                      <a:r>
                        <a:rPr lang="en-US" sz="1100" kern="1200" dirty="0">
                          <a:solidFill>
                            <a:schemeClr val="tx1"/>
                          </a:solidFill>
                          <a:effectLst/>
                          <a:latin typeface="Times New Roman" panose="02020603050405020304" pitchFamily="18" charset="0"/>
                          <a:ea typeface="+mn-ea"/>
                          <a:cs typeface="Times New Roman" panose="02020603050405020304" pitchFamily="18" charset="0"/>
                        </a:rPr>
                        <a:t>Mr. Priyanga</a:t>
                      </a:r>
                    </a:p>
                    <a:p>
                      <a:pPr marL="635" marR="0">
                        <a:lnSpc>
                          <a:spcPct val="107000"/>
                        </a:lnSpc>
                        <a:spcBef>
                          <a:spcPts val="0"/>
                        </a:spcBef>
                        <a:spcAft>
                          <a:spcPts val="0"/>
                        </a:spcAft>
                      </a:pPr>
                      <a:endParaRPr lang="en-US" sz="1200" kern="100" dirty="0">
                        <a:effectLst/>
                      </a:endParaRPr>
                    </a:p>
                    <a:p>
                      <a:pPr marL="635" marR="0">
                        <a:lnSpc>
                          <a:spcPct val="107000"/>
                        </a:lnSpc>
                        <a:spcBef>
                          <a:spcPts val="0"/>
                        </a:spcBef>
                        <a:spcAft>
                          <a:spcPts val="0"/>
                        </a:spcAft>
                      </a:pPr>
                      <a:r>
                        <a:rPr lang="en-US" sz="1100" kern="0" dirty="0">
                          <a:effectLst/>
                        </a:rPr>
                        <a:t>  </a:t>
                      </a:r>
                      <a:endParaRPr lang="en-US" sz="1200" kern="100" dirty="0">
                        <a:effectLst/>
                        <a:latin typeface="Times New Roman" panose="02020603050405020304" pitchFamily="18" charset="0"/>
                        <a:ea typeface="Aptos"/>
                        <a:cs typeface="Times New Roman" panose="02020603050405020304" pitchFamily="18" charset="0"/>
                      </a:endParaRPr>
                    </a:p>
                  </a:txBody>
                  <a:tcPr marL="52705" marR="114300" marT="158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4261939"/>
                  </a:ext>
                </a:extLst>
              </a:tr>
              <a:tr h="410210">
                <a:tc gridSpan="2">
                  <a:txBody>
                    <a:bodyPr/>
                    <a:lstStyle/>
                    <a:p>
                      <a:pPr marL="0" marR="0">
                        <a:lnSpc>
                          <a:spcPct val="107000"/>
                        </a:lnSpc>
                        <a:spcBef>
                          <a:spcPts val="0"/>
                        </a:spcBef>
                        <a:spcAft>
                          <a:spcPts val="0"/>
                        </a:spcAft>
                      </a:pPr>
                      <a:r>
                        <a:rPr lang="en-US" sz="1100" kern="0" dirty="0">
                          <a:effectLst/>
                        </a:rPr>
                        <a:t>Hand out date  </a:t>
                      </a:r>
                      <a:endParaRPr lang="en-US" sz="1200" kern="100" dirty="0">
                        <a:effectLst/>
                        <a:latin typeface="Times New Roman" panose="02020603050405020304" pitchFamily="18" charset="0"/>
                        <a:ea typeface="Aptos"/>
                        <a:cs typeface="Times New Roman" panose="02020603050405020304" pitchFamily="18" charset="0"/>
                      </a:endParaRPr>
                    </a:p>
                  </a:txBody>
                  <a:tcPr marL="52705" marR="114300" marT="158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635" marR="0">
                        <a:lnSpc>
                          <a:spcPct val="107000"/>
                        </a:lnSpc>
                        <a:spcBef>
                          <a:spcPts val="0"/>
                        </a:spcBef>
                        <a:spcAft>
                          <a:spcPts val="0"/>
                        </a:spcAft>
                      </a:pPr>
                      <a:r>
                        <a:rPr lang="en-US" sz="1100" kern="0" dirty="0">
                          <a:effectLst/>
                        </a:rPr>
                        <a:t>Submission Date  </a:t>
                      </a:r>
                      <a:endParaRPr lang="en-US" sz="1200" kern="100" dirty="0">
                        <a:effectLst/>
                        <a:latin typeface="Times New Roman" panose="02020603050405020304" pitchFamily="18" charset="0"/>
                        <a:ea typeface="Aptos"/>
                        <a:cs typeface="Times New Roman" panose="02020603050405020304" pitchFamily="18" charset="0"/>
                      </a:endParaRPr>
                    </a:p>
                  </a:txBody>
                  <a:tcPr marL="52705" marR="114300" marT="158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0796613"/>
                  </a:ext>
                </a:extLst>
              </a:tr>
              <a:tr h="258445">
                <a:tc gridSpan="2">
                  <a:txBody>
                    <a:bodyPr/>
                    <a:lstStyle/>
                    <a:p>
                      <a:pPr marL="0" marR="0">
                        <a:lnSpc>
                          <a:spcPct val="107000"/>
                        </a:lnSpc>
                        <a:spcBef>
                          <a:spcPts val="0"/>
                        </a:spcBef>
                        <a:spcAft>
                          <a:spcPts val="0"/>
                        </a:spcAft>
                      </a:pPr>
                      <a:r>
                        <a:rPr lang="en-US" sz="1100" kern="0">
                          <a:effectLst/>
                        </a:rPr>
                        <a:t> 2025-08-27 </a:t>
                      </a:r>
                      <a:endParaRPr lang="en-US" sz="1200" kern="100">
                        <a:effectLst/>
                        <a:latin typeface="Times New Roman" panose="02020603050405020304" pitchFamily="18" charset="0"/>
                        <a:ea typeface="Aptos"/>
                        <a:cs typeface="Times New Roman" panose="02020603050405020304" pitchFamily="18" charset="0"/>
                      </a:endParaRPr>
                    </a:p>
                  </a:txBody>
                  <a:tcPr marL="52705" marR="114300" marT="158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pPr marL="635" marR="0">
                        <a:lnSpc>
                          <a:spcPct val="107000"/>
                        </a:lnSpc>
                        <a:spcBef>
                          <a:spcPts val="0"/>
                        </a:spcBef>
                        <a:spcAft>
                          <a:spcPts val="0"/>
                        </a:spcAft>
                      </a:pPr>
                      <a:r>
                        <a:rPr lang="en-US" sz="1100" kern="0" dirty="0">
                          <a:effectLst/>
                        </a:rPr>
                        <a:t>2025-11-16</a:t>
                      </a:r>
                      <a:endParaRPr lang="en-US" sz="1200" kern="100" dirty="0">
                        <a:effectLst/>
                        <a:latin typeface="Times New Roman" panose="02020603050405020304" pitchFamily="18" charset="0"/>
                        <a:ea typeface="Aptos"/>
                        <a:cs typeface="Times New Roman" panose="02020603050405020304" pitchFamily="18" charset="0"/>
                      </a:endParaRPr>
                    </a:p>
                  </a:txBody>
                  <a:tcPr marL="52705" marR="114300" marT="158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76348"/>
                  </a:ext>
                </a:extLst>
              </a:tr>
              <a:tr h="638810">
                <a:tc>
                  <a:txBody>
                    <a:bodyPr/>
                    <a:lstStyle/>
                    <a:p>
                      <a:pPr marL="0" marR="0">
                        <a:lnSpc>
                          <a:spcPct val="107000"/>
                        </a:lnSpc>
                        <a:spcBef>
                          <a:spcPts val="0"/>
                        </a:spcBef>
                        <a:spcAft>
                          <a:spcPts val="0"/>
                        </a:spcAft>
                      </a:pPr>
                      <a:r>
                        <a:rPr lang="en-US" sz="1100" kern="0">
                          <a:effectLst/>
                        </a:rPr>
                        <a:t>Assessment type  </a:t>
                      </a:r>
                      <a:endParaRPr lang="en-US" sz="1200" kern="100">
                        <a:effectLst/>
                      </a:endParaRPr>
                    </a:p>
                    <a:p>
                      <a:pPr marL="0" marR="0">
                        <a:lnSpc>
                          <a:spcPct val="107000"/>
                        </a:lnSpc>
                        <a:spcBef>
                          <a:spcPts val="0"/>
                        </a:spcBef>
                        <a:spcAft>
                          <a:spcPts val="0"/>
                        </a:spcAft>
                      </a:pPr>
                      <a:r>
                        <a:rPr lang="en-US" sz="1100" kern="0">
                          <a:effectLst/>
                        </a:rPr>
                        <a:t>  </a:t>
                      </a:r>
                      <a:endParaRPr lang="en-US" sz="1200" kern="100">
                        <a:effectLst/>
                      </a:endParaRPr>
                    </a:p>
                    <a:p>
                      <a:pPr marL="0" marR="0">
                        <a:lnSpc>
                          <a:spcPct val="107000"/>
                        </a:lnSpc>
                        <a:spcBef>
                          <a:spcPts val="0"/>
                        </a:spcBef>
                        <a:spcAft>
                          <a:spcPts val="0"/>
                        </a:spcAft>
                      </a:pPr>
                      <a:r>
                        <a:rPr lang="en-US" sz="1100" kern="0">
                          <a:effectLst/>
                        </a:rPr>
                        <a:t>WRIT1 </a:t>
                      </a:r>
                      <a:endParaRPr lang="en-US" sz="1200" kern="100">
                        <a:effectLst/>
                        <a:latin typeface="Times New Roman" panose="02020603050405020304" pitchFamily="18" charset="0"/>
                        <a:ea typeface="Aptos"/>
                        <a:cs typeface="Times New Roman" panose="02020603050405020304" pitchFamily="18" charset="0"/>
                      </a:endParaRPr>
                    </a:p>
                  </a:txBody>
                  <a:tcPr marL="52705" marR="114300" marT="158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270" marR="0">
                        <a:lnSpc>
                          <a:spcPct val="107000"/>
                        </a:lnSpc>
                        <a:spcBef>
                          <a:spcPts val="0"/>
                        </a:spcBef>
                        <a:spcAft>
                          <a:spcPts val="0"/>
                        </a:spcAft>
                      </a:pPr>
                      <a:r>
                        <a:rPr lang="en-US" sz="1100" kern="0" dirty="0">
                          <a:effectLst/>
                        </a:rPr>
                        <a:t>Duration/Length of  </a:t>
                      </a:r>
                      <a:endParaRPr lang="en-US" sz="1200" kern="100" dirty="0">
                        <a:effectLst/>
                      </a:endParaRPr>
                    </a:p>
                    <a:p>
                      <a:pPr marL="1270" marR="0">
                        <a:lnSpc>
                          <a:spcPct val="107000"/>
                        </a:lnSpc>
                        <a:spcBef>
                          <a:spcPts val="0"/>
                        </a:spcBef>
                        <a:spcAft>
                          <a:spcPts val="0"/>
                        </a:spcAft>
                      </a:pPr>
                      <a:r>
                        <a:rPr lang="en-US" sz="1100" kern="0" dirty="0">
                          <a:effectLst/>
                        </a:rPr>
                        <a:t>Assessment Type  </a:t>
                      </a:r>
                      <a:endParaRPr lang="en-US" sz="1200" kern="100" dirty="0">
                        <a:effectLst/>
                      </a:endParaRPr>
                    </a:p>
                    <a:p>
                      <a:pPr marL="1270" marR="0">
                        <a:lnSpc>
                          <a:spcPct val="107000"/>
                        </a:lnSpc>
                        <a:spcBef>
                          <a:spcPts val="0"/>
                        </a:spcBef>
                        <a:spcAft>
                          <a:spcPts val="0"/>
                        </a:spcAft>
                      </a:pPr>
                      <a:r>
                        <a:rPr lang="en-US" sz="1100" kern="0" dirty="0">
                          <a:effectLst/>
                        </a:rPr>
                        <a:t>3 weeks (3000 Words)  </a:t>
                      </a:r>
                      <a:endParaRPr lang="en-US" sz="1200" kern="100" dirty="0">
                        <a:effectLst/>
                        <a:latin typeface="Times New Roman" panose="02020603050405020304" pitchFamily="18" charset="0"/>
                        <a:ea typeface="Aptos"/>
                        <a:cs typeface="Times New Roman" panose="02020603050405020304" pitchFamily="18" charset="0"/>
                      </a:endParaRPr>
                    </a:p>
                  </a:txBody>
                  <a:tcPr marL="52705" marR="114300" marT="158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 marR="0">
                        <a:lnSpc>
                          <a:spcPct val="107000"/>
                        </a:lnSpc>
                        <a:spcBef>
                          <a:spcPts val="0"/>
                        </a:spcBef>
                        <a:spcAft>
                          <a:spcPts val="0"/>
                        </a:spcAft>
                      </a:pPr>
                      <a:r>
                        <a:rPr lang="en-US" sz="1100" kern="0" dirty="0">
                          <a:effectLst/>
                        </a:rPr>
                        <a:t>Weighting of Assessment  </a:t>
                      </a:r>
                      <a:endParaRPr lang="en-US" sz="1200" kern="100" dirty="0">
                        <a:effectLst/>
                      </a:endParaRPr>
                    </a:p>
                    <a:p>
                      <a:pPr marL="635" marR="0">
                        <a:lnSpc>
                          <a:spcPct val="107000"/>
                        </a:lnSpc>
                        <a:spcBef>
                          <a:spcPts val="0"/>
                        </a:spcBef>
                        <a:spcAft>
                          <a:spcPts val="0"/>
                        </a:spcAft>
                      </a:pPr>
                      <a:r>
                        <a:rPr lang="en-US" sz="1100" kern="0" dirty="0">
                          <a:effectLst/>
                        </a:rPr>
                        <a:t>  </a:t>
                      </a:r>
                      <a:endParaRPr lang="en-US" sz="1200" kern="100" dirty="0">
                        <a:effectLst/>
                      </a:endParaRPr>
                    </a:p>
                    <a:p>
                      <a:pPr marL="635" marR="0">
                        <a:lnSpc>
                          <a:spcPct val="107000"/>
                        </a:lnSpc>
                        <a:spcBef>
                          <a:spcPts val="0"/>
                        </a:spcBef>
                        <a:spcAft>
                          <a:spcPts val="0"/>
                        </a:spcAft>
                      </a:pPr>
                      <a:r>
                        <a:rPr lang="en-US" sz="1100" kern="0" dirty="0">
                          <a:effectLst/>
                        </a:rPr>
                        <a:t>100%  </a:t>
                      </a:r>
                      <a:endParaRPr lang="en-US" sz="1200" kern="100" dirty="0">
                        <a:effectLst/>
                        <a:latin typeface="Times New Roman" panose="02020603050405020304" pitchFamily="18" charset="0"/>
                        <a:ea typeface="Aptos"/>
                        <a:cs typeface="Times New Roman" panose="02020603050405020304" pitchFamily="18" charset="0"/>
                      </a:endParaRPr>
                    </a:p>
                  </a:txBody>
                  <a:tcPr marL="52705" marR="114300" marT="1587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9606185"/>
                  </a:ext>
                </a:extLst>
              </a:tr>
            </a:tbl>
          </a:graphicData>
        </a:graphic>
      </p:graphicFrame>
      <p:graphicFrame>
        <p:nvGraphicFramePr>
          <p:cNvPr id="9" name="Table 8">
            <a:extLst>
              <a:ext uri="{FF2B5EF4-FFF2-40B4-BE49-F238E27FC236}">
                <a16:creationId xmlns:a16="http://schemas.microsoft.com/office/drawing/2014/main" id="{6846EC04-DBC5-47B5-AD87-E5F473BD2BD8}"/>
              </a:ext>
            </a:extLst>
          </p:cNvPr>
          <p:cNvGraphicFramePr>
            <a:graphicFrameLocks noGrp="1"/>
          </p:cNvGraphicFramePr>
          <p:nvPr>
            <p:extLst>
              <p:ext uri="{D42A27DB-BD31-4B8C-83A1-F6EECF244321}">
                <p14:modId xmlns:p14="http://schemas.microsoft.com/office/powerpoint/2010/main" val="3849875639"/>
              </p:ext>
            </p:extLst>
          </p:nvPr>
        </p:nvGraphicFramePr>
        <p:xfrm>
          <a:off x="3615632" y="3699403"/>
          <a:ext cx="6057900" cy="991228"/>
        </p:xfrm>
        <a:graphic>
          <a:graphicData uri="http://schemas.openxmlformats.org/drawingml/2006/table">
            <a:tbl>
              <a:tblPr firstRow="1" firstCol="1" bandRow="1">
                <a:tableStyleId>{5940675A-B579-460E-94D1-54222C63F5DA}</a:tableStyleId>
              </a:tblPr>
              <a:tblGrid>
                <a:gridCol w="6057900">
                  <a:extLst>
                    <a:ext uri="{9D8B030D-6E8A-4147-A177-3AD203B41FA5}">
                      <a16:colId xmlns:a16="http://schemas.microsoft.com/office/drawing/2014/main" val="2569630587"/>
                    </a:ext>
                  </a:extLst>
                </a:gridCol>
              </a:tblGrid>
              <a:tr h="272360">
                <a:tc>
                  <a:txBody>
                    <a:bodyPr/>
                    <a:lstStyle/>
                    <a:p>
                      <a:pPr marL="0" marR="0">
                        <a:lnSpc>
                          <a:spcPct val="107000"/>
                        </a:lnSpc>
                        <a:spcBef>
                          <a:spcPts val="0"/>
                        </a:spcBef>
                        <a:spcAft>
                          <a:spcPts val="0"/>
                        </a:spcAft>
                      </a:pPr>
                      <a:r>
                        <a:rPr lang="en-US" sz="1100" kern="0" dirty="0">
                          <a:effectLst/>
                        </a:rPr>
                        <a:t>Learner declaration  </a:t>
                      </a:r>
                      <a:endParaRPr lang="en-US" sz="1200" kern="100" dirty="0">
                        <a:effectLst/>
                        <a:latin typeface="Times New Roman" panose="02020603050405020304" pitchFamily="18" charset="0"/>
                        <a:ea typeface="Aptos"/>
                        <a:cs typeface="Times New Roman" panose="02020603050405020304" pitchFamily="18" charset="0"/>
                      </a:endParaRPr>
                    </a:p>
                  </a:txBody>
                  <a:tcPr marL="65405" marR="73025" marT="25400" marB="0" anchor="ctr"/>
                </a:tc>
                <a:extLst>
                  <a:ext uri="{0D108BD9-81ED-4DB2-BD59-A6C34878D82A}">
                    <a16:rowId xmlns:a16="http://schemas.microsoft.com/office/drawing/2014/main" val="1775083548"/>
                  </a:ext>
                </a:extLst>
              </a:tr>
              <a:tr h="718868">
                <a:tc>
                  <a:txBody>
                    <a:bodyPr/>
                    <a:lstStyle/>
                    <a:p>
                      <a:pPr marL="0" marR="0">
                        <a:lnSpc>
                          <a:spcPct val="107000"/>
                        </a:lnSpc>
                        <a:spcBef>
                          <a:spcPts val="0"/>
                        </a:spcBef>
                        <a:spcAft>
                          <a:spcPts val="995"/>
                        </a:spcAft>
                      </a:pPr>
                      <a:r>
                        <a:rPr lang="en-US" sz="1100" kern="0" dirty="0">
                          <a:effectLst/>
                        </a:rPr>
                        <a:t> I,</a:t>
                      </a:r>
                      <a:r>
                        <a:rPr lang="en-US" sz="1100" dirty="0">
                          <a:latin typeface="Times New Roman" panose="02020603050405020304" pitchFamily="18" charset="0"/>
                          <a:cs typeface="Times New Roman" panose="02020603050405020304" pitchFamily="18" charset="0"/>
                        </a:rPr>
                        <a:t> </a:t>
                      </a:r>
                      <a:r>
                        <a:rPr lang="en-US" sz="1100" kern="1200" dirty="0">
                          <a:solidFill>
                            <a:schemeClr val="tx1"/>
                          </a:solidFill>
                          <a:effectLst/>
                          <a:latin typeface="Times New Roman" panose="02020603050405020304" pitchFamily="18" charset="0"/>
                          <a:ea typeface="+mn-ea"/>
                          <a:cs typeface="Times New Roman" panose="02020603050405020304" pitchFamily="18" charset="0"/>
                        </a:rPr>
                        <a:t>Randyn Shalinka Mario </a:t>
                      </a:r>
                      <a:r>
                        <a:rPr lang="en-US" sz="1100" kern="1200" dirty="0" err="1">
                          <a:solidFill>
                            <a:schemeClr val="tx1"/>
                          </a:solidFill>
                          <a:effectLst/>
                          <a:latin typeface="Times New Roman" panose="02020603050405020304" pitchFamily="18" charset="0"/>
                          <a:ea typeface="+mn-ea"/>
                          <a:cs typeface="Times New Roman" panose="02020603050405020304" pitchFamily="18" charset="0"/>
                        </a:rPr>
                        <a:t>Uyanage</a:t>
                      </a:r>
                      <a:r>
                        <a:rPr lang="en-US" sz="1100" kern="1200" dirty="0">
                          <a:solidFill>
                            <a:schemeClr val="tx1"/>
                          </a:solidFill>
                          <a:effectLst/>
                          <a:latin typeface="Times New Roman" panose="02020603050405020304" pitchFamily="18" charset="0"/>
                          <a:ea typeface="+mn-ea"/>
                          <a:cs typeface="Times New Roman" panose="02020603050405020304" pitchFamily="18" charset="0"/>
                        </a:rPr>
                        <a:t> CL/HDCSE/CMU/131/27</a:t>
                      </a:r>
                      <a:r>
                        <a:rPr lang="en-US" sz="1100" dirty="0">
                          <a:latin typeface="Times New Roman" panose="02020603050405020304" pitchFamily="18" charset="0"/>
                          <a:cs typeface="Times New Roman" panose="02020603050405020304" pitchFamily="18" charset="0"/>
                        </a:rPr>
                        <a:t>- st20338939 </a:t>
                      </a:r>
                      <a:r>
                        <a:rPr lang="en-US" sz="1100" kern="0" dirty="0">
                          <a:effectLst/>
                        </a:rPr>
                        <a:t> , certify that the work submitted for this assignment is my own and research sources are fully acknowledged.  </a:t>
                      </a:r>
                      <a:endParaRPr lang="en-US" sz="1200" kern="100" dirty="0">
                        <a:effectLst/>
                        <a:latin typeface="Times New Roman" panose="02020603050405020304" pitchFamily="18" charset="0"/>
                        <a:ea typeface="Aptos"/>
                        <a:cs typeface="Times New Roman" panose="02020603050405020304" pitchFamily="18" charset="0"/>
                      </a:endParaRPr>
                    </a:p>
                  </a:txBody>
                  <a:tcPr marL="65405" marR="73025" marT="25400" marB="0"/>
                </a:tc>
                <a:extLst>
                  <a:ext uri="{0D108BD9-81ED-4DB2-BD59-A6C34878D82A}">
                    <a16:rowId xmlns:a16="http://schemas.microsoft.com/office/drawing/2014/main" val="4198715492"/>
                  </a:ext>
                </a:extLst>
              </a:tr>
            </a:tbl>
          </a:graphicData>
        </a:graphic>
      </p:graphicFrame>
      <p:graphicFrame>
        <p:nvGraphicFramePr>
          <p:cNvPr id="10" name="Table 9">
            <a:extLst>
              <a:ext uri="{FF2B5EF4-FFF2-40B4-BE49-F238E27FC236}">
                <a16:creationId xmlns:a16="http://schemas.microsoft.com/office/drawing/2014/main" id="{3B1814CE-F6C8-4B2D-857C-F6560C9BAB4A}"/>
              </a:ext>
            </a:extLst>
          </p:cNvPr>
          <p:cNvGraphicFramePr>
            <a:graphicFrameLocks noGrp="1"/>
          </p:cNvGraphicFramePr>
          <p:nvPr/>
        </p:nvGraphicFramePr>
        <p:xfrm>
          <a:off x="3630089" y="4897491"/>
          <a:ext cx="6025515" cy="1813560"/>
        </p:xfrm>
        <a:graphic>
          <a:graphicData uri="http://schemas.openxmlformats.org/drawingml/2006/table">
            <a:tbl>
              <a:tblPr firstRow="1" firstCol="1" bandRow="1">
                <a:tableStyleId>{5940675A-B579-460E-94D1-54222C63F5DA}</a:tableStyleId>
              </a:tblPr>
              <a:tblGrid>
                <a:gridCol w="2261870">
                  <a:extLst>
                    <a:ext uri="{9D8B030D-6E8A-4147-A177-3AD203B41FA5}">
                      <a16:colId xmlns:a16="http://schemas.microsoft.com/office/drawing/2014/main" val="2286275651"/>
                    </a:ext>
                  </a:extLst>
                </a:gridCol>
                <a:gridCol w="2129155">
                  <a:extLst>
                    <a:ext uri="{9D8B030D-6E8A-4147-A177-3AD203B41FA5}">
                      <a16:colId xmlns:a16="http://schemas.microsoft.com/office/drawing/2014/main" val="4148806739"/>
                    </a:ext>
                  </a:extLst>
                </a:gridCol>
                <a:gridCol w="546100">
                  <a:extLst>
                    <a:ext uri="{9D8B030D-6E8A-4147-A177-3AD203B41FA5}">
                      <a16:colId xmlns:a16="http://schemas.microsoft.com/office/drawing/2014/main" val="2342588533"/>
                    </a:ext>
                  </a:extLst>
                </a:gridCol>
                <a:gridCol w="1088390">
                  <a:extLst>
                    <a:ext uri="{9D8B030D-6E8A-4147-A177-3AD203B41FA5}">
                      <a16:colId xmlns:a16="http://schemas.microsoft.com/office/drawing/2014/main" val="35260270"/>
                    </a:ext>
                  </a:extLst>
                </a:gridCol>
              </a:tblGrid>
              <a:tr h="324485">
                <a:tc>
                  <a:txBody>
                    <a:bodyPr/>
                    <a:lstStyle/>
                    <a:p>
                      <a:pPr marL="1270" marR="0">
                        <a:lnSpc>
                          <a:spcPct val="107000"/>
                        </a:lnSpc>
                        <a:spcBef>
                          <a:spcPts val="0"/>
                        </a:spcBef>
                        <a:spcAft>
                          <a:spcPts val="0"/>
                        </a:spcAft>
                      </a:pPr>
                      <a:r>
                        <a:rPr lang="en-US" sz="1100" kern="0">
                          <a:effectLst/>
                        </a:rPr>
                        <a:t>Marks Awarded  </a:t>
                      </a:r>
                      <a:endParaRPr lang="en-US" sz="1200" kern="100">
                        <a:effectLst/>
                        <a:latin typeface="Times New Roman" panose="02020603050405020304" pitchFamily="18" charset="0"/>
                        <a:ea typeface="Aptos"/>
                        <a:cs typeface="Times New Roman" panose="02020603050405020304" pitchFamily="18" charset="0"/>
                      </a:endParaRPr>
                    </a:p>
                  </a:txBody>
                  <a:tcPr marL="65405" marR="73025" marT="18415" marB="0"/>
                </a:tc>
                <a:tc gridSpan="3">
                  <a:txBody>
                    <a:bodyPr/>
                    <a:lstStyle/>
                    <a:p>
                      <a:pPr marL="1270" marR="0">
                        <a:lnSpc>
                          <a:spcPct val="107000"/>
                        </a:lnSpc>
                        <a:spcBef>
                          <a:spcPts val="0"/>
                        </a:spcBef>
                        <a:spcAft>
                          <a:spcPts val="0"/>
                        </a:spcAft>
                      </a:pPr>
                      <a:r>
                        <a:rPr lang="en-US" sz="1100" kern="0">
                          <a:effectLst/>
                        </a:rPr>
                        <a:t> </a:t>
                      </a:r>
                      <a:endParaRPr lang="en-US" sz="1200" kern="100">
                        <a:effectLst/>
                        <a:latin typeface="Times New Roman" panose="02020603050405020304" pitchFamily="18" charset="0"/>
                        <a:ea typeface="Aptos"/>
                        <a:cs typeface="Times New Roman" panose="02020603050405020304" pitchFamily="18" charset="0"/>
                      </a:endParaRPr>
                    </a:p>
                  </a:txBody>
                  <a:tcPr marL="65405" marR="73025" marT="18415"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936781666"/>
                  </a:ext>
                </a:extLst>
              </a:tr>
              <a:tr h="360045">
                <a:tc>
                  <a:txBody>
                    <a:bodyPr/>
                    <a:lstStyle/>
                    <a:p>
                      <a:pPr marL="1270" marR="0">
                        <a:lnSpc>
                          <a:spcPct val="107000"/>
                        </a:lnSpc>
                        <a:spcBef>
                          <a:spcPts val="0"/>
                        </a:spcBef>
                        <a:spcAft>
                          <a:spcPts val="0"/>
                        </a:spcAft>
                      </a:pPr>
                      <a:r>
                        <a:rPr lang="en-US" sz="1100" kern="0">
                          <a:effectLst/>
                        </a:rPr>
                        <a:t>First assessor   </a:t>
                      </a:r>
                      <a:endParaRPr lang="en-US" sz="1200" kern="100">
                        <a:effectLst/>
                        <a:latin typeface="Times New Roman" panose="02020603050405020304" pitchFamily="18" charset="0"/>
                        <a:ea typeface="Aptos"/>
                        <a:cs typeface="Times New Roman" panose="02020603050405020304" pitchFamily="18" charset="0"/>
                      </a:endParaRPr>
                    </a:p>
                  </a:txBody>
                  <a:tcPr marL="65405" marR="73025" marT="18415" marB="0"/>
                </a:tc>
                <a:tc>
                  <a:txBody>
                    <a:bodyPr/>
                    <a:lstStyle/>
                    <a:p>
                      <a:pPr marL="1270" marR="0">
                        <a:lnSpc>
                          <a:spcPct val="107000"/>
                        </a:lnSpc>
                        <a:spcBef>
                          <a:spcPts val="0"/>
                        </a:spcBef>
                        <a:spcAft>
                          <a:spcPts val="0"/>
                        </a:spcAft>
                      </a:pPr>
                      <a:r>
                        <a:rPr lang="en-US" sz="1100" kern="0">
                          <a:effectLst/>
                        </a:rPr>
                        <a:t> </a:t>
                      </a:r>
                      <a:endParaRPr lang="en-US" sz="1200" kern="100">
                        <a:effectLst/>
                        <a:latin typeface="Times New Roman" panose="02020603050405020304" pitchFamily="18" charset="0"/>
                        <a:ea typeface="Aptos"/>
                        <a:cs typeface="Times New Roman" panose="02020603050405020304" pitchFamily="18" charset="0"/>
                      </a:endParaRPr>
                    </a:p>
                  </a:txBody>
                  <a:tcPr marL="65405" marR="73025" marT="18415" marB="0"/>
                </a:tc>
                <a:tc gridSpan="2">
                  <a:txBody>
                    <a:bodyPr/>
                    <a:lstStyle/>
                    <a:p>
                      <a:pPr marL="0" marR="0">
                        <a:lnSpc>
                          <a:spcPct val="107000"/>
                        </a:lnSpc>
                        <a:spcBef>
                          <a:spcPts val="0"/>
                        </a:spcBef>
                        <a:spcAft>
                          <a:spcPts val="0"/>
                        </a:spcAft>
                      </a:pPr>
                      <a:r>
                        <a:rPr lang="en-US" sz="1100" kern="0">
                          <a:effectLst/>
                        </a:rPr>
                        <a:t>  </a:t>
                      </a:r>
                      <a:endParaRPr lang="en-US" sz="1200" kern="100">
                        <a:effectLst/>
                        <a:latin typeface="Times New Roman" panose="02020603050405020304" pitchFamily="18" charset="0"/>
                        <a:ea typeface="Aptos"/>
                        <a:cs typeface="Times New Roman" panose="02020603050405020304" pitchFamily="18" charset="0"/>
                      </a:endParaRPr>
                    </a:p>
                  </a:txBody>
                  <a:tcPr marL="65405" marR="73025" marT="18415" marB="0"/>
                </a:tc>
                <a:tc hMerge="1">
                  <a:txBody>
                    <a:bodyPr/>
                    <a:lstStyle/>
                    <a:p>
                      <a:endParaRPr lang="en-US"/>
                    </a:p>
                  </a:txBody>
                  <a:tcPr/>
                </a:tc>
                <a:extLst>
                  <a:ext uri="{0D108BD9-81ED-4DB2-BD59-A6C34878D82A}">
                    <a16:rowId xmlns:a16="http://schemas.microsoft.com/office/drawing/2014/main" val="2683271643"/>
                  </a:ext>
                </a:extLst>
              </a:tr>
              <a:tr h="339725">
                <a:tc>
                  <a:txBody>
                    <a:bodyPr/>
                    <a:lstStyle/>
                    <a:p>
                      <a:pPr marL="1270" marR="0">
                        <a:lnSpc>
                          <a:spcPct val="107000"/>
                        </a:lnSpc>
                        <a:spcBef>
                          <a:spcPts val="0"/>
                        </a:spcBef>
                        <a:spcAft>
                          <a:spcPts val="0"/>
                        </a:spcAft>
                      </a:pPr>
                      <a:r>
                        <a:rPr lang="en-US" sz="1100" kern="0">
                          <a:effectLst/>
                        </a:rPr>
                        <a:t>IV marks  </a:t>
                      </a:r>
                      <a:endParaRPr lang="en-US" sz="1200" kern="100">
                        <a:effectLst/>
                        <a:latin typeface="Times New Roman" panose="02020603050405020304" pitchFamily="18" charset="0"/>
                        <a:ea typeface="Aptos"/>
                        <a:cs typeface="Times New Roman" panose="02020603050405020304" pitchFamily="18" charset="0"/>
                      </a:endParaRPr>
                    </a:p>
                  </a:txBody>
                  <a:tcPr marL="65405" marR="73025" marT="18415" marB="0"/>
                </a:tc>
                <a:tc>
                  <a:txBody>
                    <a:bodyPr/>
                    <a:lstStyle/>
                    <a:p>
                      <a:pPr marL="1270" marR="0">
                        <a:lnSpc>
                          <a:spcPct val="107000"/>
                        </a:lnSpc>
                        <a:spcBef>
                          <a:spcPts val="0"/>
                        </a:spcBef>
                        <a:spcAft>
                          <a:spcPts val="0"/>
                        </a:spcAft>
                      </a:pPr>
                      <a:r>
                        <a:rPr lang="en-US" sz="1100" kern="0">
                          <a:effectLst/>
                        </a:rPr>
                        <a:t> </a:t>
                      </a:r>
                      <a:endParaRPr lang="en-US" sz="1200" kern="100">
                        <a:effectLst/>
                        <a:latin typeface="Times New Roman" panose="02020603050405020304" pitchFamily="18" charset="0"/>
                        <a:ea typeface="Aptos"/>
                        <a:cs typeface="Times New Roman" panose="02020603050405020304" pitchFamily="18" charset="0"/>
                      </a:endParaRPr>
                    </a:p>
                  </a:txBody>
                  <a:tcPr marL="65405" marR="73025" marT="18415" marB="0"/>
                </a:tc>
                <a:tc gridSpan="2">
                  <a:txBody>
                    <a:bodyPr/>
                    <a:lstStyle/>
                    <a:p>
                      <a:pPr marL="0" marR="0">
                        <a:lnSpc>
                          <a:spcPct val="107000"/>
                        </a:lnSpc>
                        <a:spcBef>
                          <a:spcPts val="0"/>
                        </a:spcBef>
                        <a:spcAft>
                          <a:spcPts val="0"/>
                        </a:spcAft>
                      </a:pPr>
                      <a:r>
                        <a:rPr lang="en-US" sz="1100" kern="0" dirty="0">
                          <a:effectLst/>
                        </a:rPr>
                        <a:t>  </a:t>
                      </a:r>
                      <a:endParaRPr lang="en-US" sz="1200" kern="100" dirty="0">
                        <a:effectLst/>
                        <a:latin typeface="Times New Roman" panose="02020603050405020304" pitchFamily="18" charset="0"/>
                        <a:ea typeface="Aptos"/>
                        <a:cs typeface="Times New Roman" panose="02020603050405020304" pitchFamily="18" charset="0"/>
                      </a:endParaRPr>
                    </a:p>
                  </a:txBody>
                  <a:tcPr marL="65405" marR="73025" marT="18415" marB="0"/>
                </a:tc>
                <a:tc hMerge="1">
                  <a:txBody>
                    <a:bodyPr/>
                    <a:lstStyle/>
                    <a:p>
                      <a:endParaRPr lang="en-US"/>
                    </a:p>
                  </a:txBody>
                  <a:tcPr/>
                </a:tc>
                <a:extLst>
                  <a:ext uri="{0D108BD9-81ED-4DB2-BD59-A6C34878D82A}">
                    <a16:rowId xmlns:a16="http://schemas.microsoft.com/office/drawing/2014/main" val="712756403"/>
                  </a:ext>
                </a:extLst>
              </a:tr>
              <a:tr h="359410">
                <a:tc>
                  <a:txBody>
                    <a:bodyPr/>
                    <a:lstStyle/>
                    <a:p>
                      <a:pPr marL="1270" marR="0">
                        <a:lnSpc>
                          <a:spcPct val="107000"/>
                        </a:lnSpc>
                        <a:spcBef>
                          <a:spcPts val="0"/>
                        </a:spcBef>
                        <a:spcAft>
                          <a:spcPts val="0"/>
                        </a:spcAft>
                      </a:pPr>
                      <a:r>
                        <a:rPr lang="en-US" sz="1100" kern="0">
                          <a:effectLst/>
                        </a:rPr>
                        <a:t>Agreed grade  </a:t>
                      </a:r>
                      <a:endParaRPr lang="en-US" sz="1200" kern="100">
                        <a:effectLst/>
                        <a:latin typeface="Times New Roman" panose="02020603050405020304" pitchFamily="18" charset="0"/>
                        <a:ea typeface="Aptos"/>
                        <a:cs typeface="Times New Roman" panose="02020603050405020304" pitchFamily="18" charset="0"/>
                      </a:endParaRPr>
                    </a:p>
                  </a:txBody>
                  <a:tcPr marL="65405" marR="73025" marT="18415" marB="0"/>
                </a:tc>
                <a:tc>
                  <a:txBody>
                    <a:bodyPr/>
                    <a:lstStyle/>
                    <a:p>
                      <a:pPr marL="1270" marR="0">
                        <a:lnSpc>
                          <a:spcPct val="107000"/>
                        </a:lnSpc>
                        <a:spcBef>
                          <a:spcPts val="0"/>
                        </a:spcBef>
                        <a:spcAft>
                          <a:spcPts val="0"/>
                        </a:spcAft>
                      </a:pPr>
                      <a:r>
                        <a:rPr lang="en-US" sz="1100" kern="0">
                          <a:effectLst/>
                        </a:rPr>
                        <a:t> </a:t>
                      </a:r>
                      <a:endParaRPr lang="en-US" sz="1200" kern="100">
                        <a:effectLst/>
                        <a:latin typeface="Times New Roman" panose="02020603050405020304" pitchFamily="18" charset="0"/>
                        <a:ea typeface="Aptos"/>
                        <a:cs typeface="Times New Roman" panose="02020603050405020304" pitchFamily="18" charset="0"/>
                      </a:endParaRPr>
                    </a:p>
                  </a:txBody>
                  <a:tcPr marL="65405" marR="73025" marT="18415" marB="0"/>
                </a:tc>
                <a:tc gridSpan="2">
                  <a:txBody>
                    <a:bodyPr/>
                    <a:lstStyle/>
                    <a:p>
                      <a:pPr marL="0" marR="0">
                        <a:lnSpc>
                          <a:spcPct val="107000"/>
                        </a:lnSpc>
                        <a:spcBef>
                          <a:spcPts val="0"/>
                        </a:spcBef>
                        <a:spcAft>
                          <a:spcPts val="0"/>
                        </a:spcAft>
                      </a:pPr>
                      <a:r>
                        <a:rPr lang="en-US" sz="1100" kern="0">
                          <a:effectLst/>
                        </a:rPr>
                        <a:t>  </a:t>
                      </a:r>
                      <a:endParaRPr lang="en-US" sz="1200" kern="100">
                        <a:effectLst/>
                        <a:latin typeface="Times New Roman" panose="02020603050405020304" pitchFamily="18" charset="0"/>
                        <a:ea typeface="Aptos"/>
                        <a:cs typeface="Times New Roman" panose="02020603050405020304" pitchFamily="18" charset="0"/>
                      </a:endParaRPr>
                    </a:p>
                  </a:txBody>
                  <a:tcPr marL="65405" marR="73025" marT="18415" marB="0"/>
                </a:tc>
                <a:tc hMerge="1">
                  <a:txBody>
                    <a:bodyPr/>
                    <a:lstStyle/>
                    <a:p>
                      <a:endParaRPr lang="en-US"/>
                    </a:p>
                  </a:txBody>
                  <a:tcPr/>
                </a:tc>
                <a:extLst>
                  <a:ext uri="{0D108BD9-81ED-4DB2-BD59-A6C34878D82A}">
                    <a16:rowId xmlns:a16="http://schemas.microsoft.com/office/drawing/2014/main" val="1629140285"/>
                  </a:ext>
                </a:extLst>
              </a:tr>
              <a:tr h="429895">
                <a:tc>
                  <a:txBody>
                    <a:bodyPr/>
                    <a:lstStyle/>
                    <a:p>
                      <a:pPr marL="1270" marR="0">
                        <a:lnSpc>
                          <a:spcPct val="107000"/>
                        </a:lnSpc>
                        <a:spcBef>
                          <a:spcPts val="0"/>
                        </a:spcBef>
                        <a:spcAft>
                          <a:spcPts val="0"/>
                        </a:spcAft>
                      </a:pPr>
                      <a:r>
                        <a:rPr lang="en-US" sz="1100" kern="0">
                          <a:effectLst/>
                        </a:rPr>
                        <a:t>Signature of the assessor  </a:t>
                      </a:r>
                      <a:endParaRPr lang="en-US" sz="1200" kern="100">
                        <a:effectLst/>
                        <a:latin typeface="Times New Roman" panose="02020603050405020304" pitchFamily="18" charset="0"/>
                        <a:ea typeface="Aptos"/>
                        <a:cs typeface="Times New Roman" panose="02020603050405020304" pitchFamily="18" charset="0"/>
                      </a:endParaRPr>
                    </a:p>
                  </a:txBody>
                  <a:tcPr marL="65405" marR="73025" marT="18415" marB="0"/>
                </a:tc>
                <a:tc>
                  <a:txBody>
                    <a:bodyPr/>
                    <a:lstStyle/>
                    <a:p>
                      <a:pPr marL="1270" marR="0">
                        <a:lnSpc>
                          <a:spcPct val="107000"/>
                        </a:lnSpc>
                        <a:spcBef>
                          <a:spcPts val="0"/>
                        </a:spcBef>
                        <a:spcAft>
                          <a:spcPts val="0"/>
                        </a:spcAft>
                      </a:pPr>
                      <a:r>
                        <a:rPr lang="en-US" sz="1100" kern="0">
                          <a:effectLst/>
                        </a:rPr>
                        <a:t>  </a:t>
                      </a:r>
                      <a:endParaRPr lang="en-US" sz="1200" kern="100">
                        <a:effectLst/>
                        <a:latin typeface="Times New Roman" panose="02020603050405020304" pitchFamily="18" charset="0"/>
                        <a:ea typeface="Aptos"/>
                        <a:cs typeface="Times New Roman" panose="02020603050405020304" pitchFamily="18" charset="0"/>
                      </a:endParaRPr>
                    </a:p>
                  </a:txBody>
                  <a:tcPr marL="65405" marR="73025" marT="18415" marB="0"/>
                </a:tc>
                <a:tc>
                  <a:txBody>
                    <a:bodyPr/>
                    <a:lstStyle/>
                    <a:p>
                      <a:pPr marL="0" marR="0">
                        <a:lnSpc>
                          <a:spcPct val="107000"/>
                        </a:lnSpc>
                        <a:spcBef>
                          <a:spcPts val="0"/>
                        </a:spcBef>
                        <a:spcAft>
                          <a:spcPts val="0"/>
                        </a:spcAft>
                      </a:pPr>
                      <a:r>
                        <a:rPr lang="en-US" sz="1100" kern="0">
                          <a:effectLst/>
                        </a:rPr>
                        <a:t>Date  </a:t>
                      </a:r>
                      <a:endParaRPr lang="en-US" sz="1200" kern="100">
                        <a:effectLst/>
                        <a:latin typeface="Times New Roman" panose="02020603050405020304" pitchFamily="18" charset="0"/>
                        <a:ea typeface="Aptos"/>
                        <a:cs typeface="Times New Roman" panose="02020603050405020304" pitchFamily="18" charset="0"/>
                      </a:endParaRPr>
                    </a:p>
                  </a:txBody>
                  <a:tcPr marL="65405" marR="73025" marT="18415" marB="0"/>
                </a:tc>
                <a:tc>
                  <a:txBody>
                    <a:bodyPr/>
                    <a:lstStyle/>
                    <a:p>
                      <a:pPr marL="1270" marR="0">
                        <a:lnSpc>
                          <a:spcPct val="107000"/>
                        </a:lnSpc>
                        <a:spcBef>
                          <a:spcPts val="0"/>
                        </a:spcBef>
                        <a:spcAft>
                          <a:spcPts val="0"/>
                        </a:spcAft>
                      </a:pPr>
                      <a:r>
                        <a:rPr lang="en-US" sz="1100" kern="0" dirty="0">
                          <a:effectLst/>
                        </a:rPr>
                        <a:t>  </a:t>
                      </a:r>
                      <a:endParaRPr lang="en-US" sz="1200" kern="100" dirty="0">
                        <a:effectLst/>
                        <a:latin typeface="Times New Roman" panose="02020603050405020304" pitchFamily="18" charset="0"/>
                        <a:ea typeface="Aptos"/>
                        <a:cs typeface="Times New Roman" panose="02020603050405020304" pitchFamily="18" charset="0"/>
                      </a:endParaRPr>
                    </a:p>
                  </a:txBody>
                  <a:tcPr marL="65405" marR="73025" marT="18415" marB="0"/>
                </a:tc>
                <a:extLst>
                  <a:ext uri="{0D108BD9-81ED-4DB2-BD59-A6C34878D82A}">
                    <a16:rowId xmlns:a16="http://schemas.microsoft.com/office/drawing/2014/main" val="149797984"/>
                  </a:ext>
                </a:extLst>
              </a:tr>
            </a:tbl>
          </a:graphicData>
        </a:graphic>
      </p:graphicFrame>
      <p:sp>
        <p:nvSpPr>
          <p:cNvPr id="11" name="Rectangle 2">
            <a:extLst>
              <a:ext uri="{FF2B5EF4-FFF2-40B4-BE49-F238E27FC236}">
                <a16:creationId xmlns:a16="http://schemas.microsoft.com/office/drawing/2014/main" id="{D12C41DA-F5FD-4601-96F1-A49ABCABA65E}"/>
              </a:ext>
            </a:extLst>
          </p:cNvPr>
          <p:cNvSpPr>
            <a:spLocks noChangeArrowheads="1"/>
          </p:cNvSpPr>
          <p:nvPr/>
        </p:nvSpPr>
        <p:spPr bwMode="auto">
          <a:xfrm>
            <a:off x="4176619" y="497662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rPr>
              <a:t> </a:t>
            </a:r>
            <a:r>
              <a:rPr kumimoji="0" lang="en-US" altLang="en-US" sz="1200" b="0" i="0" u="none" strike="noStrike" cap="none" normalizeH="0" baseline="0">
                <a:ln>
                  <a:noFill/>
                </a:ln>
                <a:solidFill>
                  <a:schemeClr val="tx1"/>
                </a:solidFill>
                <a:effectLst/>
                <a:latin typeface="Arial" panose="020B0604020202020204" pitchFamily="34" charset="0"/>
                <a:ea typeface="Aptos" charset="0"/>
                <a:cs typeface="Times New Roman" panose="02020603050405020304" pitchFamily="18" charset="0"/>
              </a:rPr>
              <a:t> </a:t>
            </a:r>
            <a:r>
              <a:rPr kumimoji="0" lang="en-US" altLang="en-US" sz="1200" b="1"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rPr>
              <a:t> </a:t>
            </a:r>
            <a:r>
              <a:rPr kumimoji="0" lang="en-US" altLang="en-US" sz="1200" b="0" i="0" u="none" strike="noStrike" cap="none" normalizeH="0" baseline="0">
                <a:ln>
                  <a:noFill/>
                </a:ln>
                <a:solidFill>
                  <a:schemeClr val="tx1"/>
                </a:solidFill>
                <a:effectLst/>
                <a:latin typeface="Arial" panose="020B0604020202020204" pitchFamily="34" charset="0"/>
                <a:ea typeface="Aptos" charset="0"/>
                <a:cs typeface="Times New Roman" panose="02020603050405020304" pitchFamily="18" charset="0"/>
              </a:rPr>
              <a:t> </a:t>
            </a:r>
            <a:endParaRPr kumimoji="0" lang="en-US"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Arial" panose="020B0604020202020204" pitchFamily="34" charset="0"/>
                <a:ea typeface="Aptos" charset="0"/>
                <a:cs typeface="Times New Roman" panose="02020603050405020304" pitchFamily="18" charset="0"/>
              </a:rPr>
              <a:t>  </a:t>
            </a:r>
            <a:endParaRPr kumimoji="0" lang="en-US"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Arial" panose="020B0604020202020204" pitchFamily="34" charset="0"/>
                <a:ea typeface="Aptos" charset="0"/>
                <a:cs typeface="Times New Roman" panose="02020603050405020304" pitchFamily="18" charset="0"/>
              </a:rPr>
              <a:t>  </a:t>
            </a:r>
            <a:endParaRPr kumimoji="0" lang="en-US"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Arial" panose="020B0604020202020204" pitchFamily="34" charset="0"/>
                <a:ea typeface="Aptos" charset="0"/>
                <a:cs typeface="Times New Roman" panose="02020603050405020304" pitchFamily="18" charset="0"/>
              </a:rPr>
              <a:t>  </a:t>
            </a:r>
            <a:endParaRPr kumimoji="0" lang="en-US" altLang="en-US" sz="1200" b="0" i="0" u="none" strike="noStrike" cap="none" normalizeH="0" baseline="0">
              <a:ln>
                <a:noFill/>
              </a:ln>
              <a:solidFill>
                <a:schemeClr val="tx1"/>
              </a:solidFill>
              <a:effectLst/>
              <a:latin typeface="Times New Roman" panose="02020603050405020304" pitchFamily="18" charset="0"/>
              <a:ea typeface="Aptos"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a:ln>
                  <a:noFill/>
                </a:ln>
                <a:solidFill>
                  <a:schemeClr val="tx1"/>
                </a:solidFill>
                <a:effectLst/>
                <a:latin typeface="Times New Roman" panose="02020603050405020304" pitchFamily="18" charset="0"/>
                <a:ea typeface="Aptos" charset="0"/>
                <a:cs typeface="Times New Roman" panose="02020603050405020304" pitchFamily="18" charset="0"/>
              </a:rPr>
            </a:b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57167EF9-A845-448C-B796-F77CA0CCFDC2}"/>
              </a:ext>
            </a:extLst>
          </p:cNvPr>
          <p:cNvSpPr txBox="1"/>
          <p:nvPr/>
        </p:nvSpPr>
        <p:spPr>
          <a:xfrm>
            <a:off x="3615632" y="57664"/>
            <a:ext cx="3599330" cy="458074"/>
          </a:xfrm>
          <a:prstGeom prst="rect">
            <a:avLst/>
          </a:prstGeom>
          <a:noFill/>
        </p:spPr>
        <p:txBody>
          <a:bodyPr wrap="square">
            <a:spAutoFit/>
          </a:bodyPr>
          <a:lstStyle/>
          <a:p>
            <a:pPr marL="0" marR="0">
              <a:lnSpc>
                <a:spcPct val="150000"/>
              </a:lnSpc>
              <a:spcBef>
                <a:spcPts val="1200"/>
              </a:spcBef>
              <a:spcAft>
                <a:spcPts val="0"/>
              </a:spcAft>
            </a:pPr>
            <a:r>
              <a:rPr lang="en-US" sz="18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Assignment Cover Sheet</a:t>
            </a:r>
          </a:p>
        </p:txBody>
      </p:sp>
    </p:spTree>
    <p:extLst>
      <p:ext uri="{BB962C8B-B14F-4D97-AF65-F5344CB8AC3E}">
        <p14:creationId xmlns:p14="http://schemas.microsoft.com/office/powerpoint/2010/main" val="2635800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6" name="Group 95">
            <a:extLst>
              <a:ext uri="{FF2B5EF4-FFF2-40B4-BE49-F238E27FC236}">
                <a16:creationId xmlns:a16="http://schemas.microsoft.com/office/drawing/2014/main" id="{BA209C52-62E3-4107-9499-ECBC7614DB04}"/>
              </a:ext>
            </a:extLst>
          </p:cNvPr>
          <p:cNvGrpSpPr/>
          <p:nvPr/>
        </p:nvGrpSpPr>
        <p:grpSpPr>
          <a:xfrm>
            <a:off x="881789" y="1899869"/>
            <a:ext cx="5813425" cy="4491038"/>
            <a:chOff x="0" y="0"/>
            <a:chExt cx="5814441" cy="4490974"/>
          </a:xfrm>
        </p:grpSpPr>
        <p:sp>
          <p:nvSpPr>
            <p:cNvPr id="97" name="Rectangle 96">
              <a:extLst>
                <a:ext uri="{FF2B5EF4-FFF2-40B4-BE49-F238E27FC236}">
                  <a16:creationId xmlns:a16="http://schemas.microsoft.com/office/drawing/2014/main" id="{7F33AA4A-1330-4060-9871-A33A5D69E0C8}"/>
                </a:ext>
              </a:extLst>
            </p:cNvPr>
            <p:cNvSpPr/>
            <p:nvPr/>
          </p:nvSpPr>
          <p:spPr>
            <a:xfrm>
              <a:off x="5776341" y="1973809"/>
              <a:ext cx="50673" cy="224380"/>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sp>
          <p:nvSpPr>
            <p:cNvPr id="98" name="Rectangle 97">
              <a:extLst>
                <a:ext uri="{FF2B5EF4-FFF2-40B4-BE49-F238E27FC236}">
                  <a16:creationId xmlns:a16="http://schemas.microsoft.com/office/drawing/2014/main" id="{8E74D866-A60D-4CE7-A2B3-F323B10D6A41}"/>
                </a:ext>
              </a:extLst>
            </p:cNvPr>
            <p:cNvSpPr/>
            <p:nvPr/>
          </p:nvSpPr>
          <p:spPr>
            <a:xfrm>
              <a:off x="940" y="2248701"/>
              <a:ext cx="50673" cy="181116"/>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b="1" kern="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200" kern="100">
                <a:effectLst/>
                <a:latin typeface="Times New Roman" panose="02020603050405020304" pitchFamily="18" charset="0"/>
                <a:ea typeface="Aptos"/>
                <a:cs typeface="Times New Roman" panose="02020603050405020304" pitchFamily="18" charset="0"/>
              </a:endParaRPr>
            </a:p>
          </p:txBody>
        </p:sp>
        <p:sp>
          <p:nvSpPr>
            <p:cNvPr id="99" name="Rectangle 98">
              <a:extLst>
                <a:ext uri="{FF2B5EF4-FFF2-40B4-BE49-F238E27FC236}">
                  <a16:creationId xmlns:a16="http://schemas.microsoft.com/office/drawing/2014/main" id="{8D1F6427-8B33-4213-9B3F-3E688F9E4836}"/>
                </a:ext>
              </a:extLst>
            </p:cNvPr>
            <p:cNvSpPr/>
            <p:nvPr/>
          </p:nvSpPr>
          <p:spPr>
            <a:xfrm>
              <a:off x="39040" y="2216125"/>
              <a:ext cx="50673" cy="224380"/>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sp>
          <p:nvSpPr>
            <p:cNvPr id="100" name="Rectangle 99">
              <a:extLst>
                <a:ext uri="{FF2B5EF4-FFF2-40B4-BE49-F238E27FC236}">
                  <a16:creationId xmlns:a16="http://schemas.microsoft.com/office/drawing/2014/main" id="{C8400C27-DAE8-4B10-AA9F-C21ECA30EEF5}"/>
                </a:ext>
              </a:extLst>
            </p:cNvPr>
            <p:cNvSpPr/>
            <p:nvPr/>
          </p:nvSpPr>
          <p:spPr>
            <a:xfrm>
              <a:off x="5776341" y="4299687"/>
              <a:ext cx="50673" cy="224380"/>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sp>
          <p:nvSpPr>
            <p:cNvPr id="101" name="Shape 33335">
              <a:extLst>
                <a:ext uri="{FF2B5EF4-FFF2-40B4-BE49-F238E27FC236}">
                  <a16:creationId xmlns:a16="http://schemas.microsoft.com/office/drawing/2014/main" id="{BB39A630-D597-4DA4-86AD-A3F4DCB9E5A1}"/>
                </a:ext>
              </a:extLst>
            </p:cNvPr>
            <p:cNvSpPr/>
            <p:nvPr/>
          </p:nvSpPr>
          <p:spPr>
            <a:xfrm>
              <a:off x="953" y="0"/>
              <a:ext cx="5736400" cy="2076577"/>
            </a:xfrm>
            <a:custGeom>
              <a:avLst/>
              <a:gdLst/>
              <a:ahLst/>
              <a:cxnLst/>
              <a:rect l="0" t="0" r="0" b="0"/>
              <a:pathLst>
                <a:path w="5736400" h="2076577">
                  <a:moveTo>
                    <a:pt x="0" y="0"/>
                  </a:moveTo>
                  <a:lnTo>
                    <a:pt x="5736400" y="0"/>
                  </a:lnTo>
                  <a:lnTo>
                    <a:pt x="5736400" y="2076577"/>
                  </a:lnTo>
                  <a:lnTo>
                    <a:pt x="0" y="2076577"/>
                  </a:lnTo>
                  <a:lnTo>
                    <a:pt x="0" y="0"/>
                  </a:lnTo>
                </a:path>
              </a:pathLst>
            </a:custGeom>
            <a:ln w="0" cap="flat">
              <a:miter lim="127000"/>
            </a:ln>
          </p:spPr>
          <p:style>
            <a:lnRef idx="0">
              <a:srgbClr val="000000">
                <a:alpha val="0"/>
              </a:srgbClr>
            </a:lnRef>
            <a:fillRef idx="1">
              <a:srgbClr val="E6E6E6"/>
            </a:fillRef>
            <a:effectRef idx="0">
              <a:scrgbClr r="0" g="0" b="0"/>
            </a:effectRef>
            <a:fontRef idx="none"/>
          </p:style>
          <p:txBody>
            <a:bodyPr/>
            <a:lstStyle/>
            <a:p>
              <a:endParaRPr lang="en-US"/>
            </a:p>
          </p:txBody>
        </p:sp>
        <p:pic>
          <p:nvPicPr>
            <p:cNvPr id="102" name="Picture 101">
              <a:extLst>
                <a:ext uri="{FF2B5EF4-FFF2-40B4-BE49-F238E27FC236}">
                  <a16:creationId xmlns:a16="http://schemas.microsoft.com/office/drawing/2014/main" id="{4575A509-D5D6-42AD-A81B-65D4530975E6}"/>
                </a:ext>
              </a:extLst>
            </p:cNvPr>
            <p:cNvPicPr/>
            <p:nvPr/>
          </p:nvPicPr>
          <p:blipFill>
            <a:blip r:embed="rId2"/>
            <a:stretch>
              <a:fillRect/>
            </a:stretch>
          </p:blipFill>
          <p:spPr>
            <a:xfrm>
              <a:off x="5736971" y="1941322"/>
              <a:ext cx="51816" cy="224028"/>
            </a:xfrm>
            <a:prstGeom prst="rect">
              <a:avLst/>
            </a:prstGeom>
          </p:spPr>
        </p:pic>
        <p:sp>
          <p:nvSpPr>
            <p:cNvPr id="103" name="Rectangle 102">
              <a:extLst>
                <a:ext uri="{FF2B5EF4-FFF2-40B4-BE49-F238E27FC236}">
                  <a16:creationId xmlns:a16="http://schemas.microsoft.com/office/drawing/2014/main" id="{28844928-C8FE-4549-B02F-98E1CF851C80}"/>
                </a:ext>
              </a:extLst>
            </p:cNvPr>
            <p:cNvSpPr/>
            <p:nvPr/>
          </p:nvSpPr>
          <p:spPr>
            <a:xfrm>
              <a:off x="5738241" y="1980477"/>
              <a:ext cx="50673" cy="181116"/>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b="1" kern="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200" kern="100">
                <a:effectLst/>
                <a:latin typeface="Times New Roman" panose="02020603050405020304" pitchFamily="18" charset="0"/>
                <a:ea typeface="Aptos"/>
                <a:cs typeface="Times New Roman" panose="02020603050405020304" pitchFamily="18" charset="0"/>
              </a:endParaRPr>
            </a:p>
          </p:txBody>
        </p:sp>
        <p:sp>
          <p:nvSpPr>
            <p:cNvPr id="104" name="Rectangle 103">
              <a:extLst>
                <a:ext uri="{FF2B5EF4-FFF2-40B4-BE49-F238E27FC236}">
                  <a16:creationId xmlns:a16="http://schemas.microsoft.com/office/drawing/2014/main" id="{DDC8AFF0-9EEE-4E8B-9C3D-E232AAFE508A}"/>
                </a:ext>
              </a:extLst>
            </p:cNvPr>
            <p:cNvSpPr/>
            <p:nvPr/>
          </p:nvSpPr>
          <p:spPr>
            <a:xfrm>
              <a:off x="5776341" y="1947901"/>
              <a:ext cx="50673" cy="224380"/>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sp>
          <p:nvSpPr>
            <p:cNvPr id="105" name="Shape 33336">
              <a:extLst>
                <a:ext uri="{FF2B5EF4-FFF2-40B4-BE49-F238E27FC236}">
                  <a16:creationId xmlns:a16="http://schemas.microsoft.com/office/drawing/2014/main" id="{C2669737-5AD2-493A-B50B-A4268E1A39E5}"/>
                </a:ext>
              </a:extLst>
            </p:cNvPr>
            <p:cNvSpPr/>
            <p:nvPr/>
          </p:nvSpPr>
          <p:spPr>
            <a:xfrm>
              <a:off x="635" y="508"/>
              <a:ext cx="5716651" cy="2059432"/>
            </a:xfrm>
            <a:custGeom>
              <a:avLst/>
              <a:gdLst/>
              <a:ahLst/>
              <a:cxnLst/>
              <a:rect l="0" t="0" r="0" b="0"/>
              <a:pathLst>
                <a:path w="5716651" h="2059432">
                  <a:moveTo>
                    <a:pt x="0" y="0"/>
                  </a:moveTo>
                  <a:lnTo>
                    <a:pt x="5716651" y="0"/>
                  </a:lnTo>
                  <a:lnTo>
                    <a:pt x="5716651" y="2059432"/>
                  </a:lnTo>
                  <a:lnTo>
                    <a:pt x="0" y="2059432"/>
                  </a:lnTo>
                  <a:lnTo>
                    <a:pt x="0" y="0"/>
                  </a:lnTo>
                </a:path>
              </a:pathLst>
            </a:custGeom>
            <a:ln w="0" cap="flat">
              <a:miter lim="127000"/>
            </a:ln>
          </p:spPr>
          <p:style>
            <a:lnRef idx="0">
              <a:srgbClr val="000000">
                <a:alpha val="0"/>
              </a:srgbClr>
            </a:lnRef>
            <a:fillRef idx="1">
              <a:srgbClr val="FFFFFF"/>
            </a:fillRef>
            <a:effectRef idx="0">
              <a:scrgbClr r="0" g="0" b="0"/>
            </a:effectRef>
            <a:fontRef idx="none"/>
          </p:style>
          <p:txBody>
            <a:bodyPr/>
            <a:lstStyle/>
            <a:p>
              <a:endParaRPr lang="en-US"/>
            </a:p>
          </p:txBody>
        </p:sp>
        <p:sp>
          <p:nvSpPr>
            <p:cNvPr id="106" name="Shape 429">
              <a:extLst>
                <a:ext uri="{FF2B5EF4-FFF2-40B4-BE49-F238E27FC236}">
                  <a16:creationId xmlns:a16="http://schemas.microsoft.com/office/drawing/2014/main" id="{A743CC0F-7516-4F50-AF79-1D8BD8D79B5C}"/>
                </a:ext>
              </a:extLst>
            </p:cNvPr>
            <p:cNvSpPr/>
            <p:nvPr/>
          </p:nvSpPr>
          <p:spPr>
            <a:xfrm>
              <a:off x="635" y="508"/>
              <a:ext cx="5716651" cy="2059432"/>
            </a:xfrm>
            <a:custGeom>
              <a:avLst/>
              <a:gdLst/>
              <a:ahLst/>
              <a:cxnLst/>
              <a:rect l="0" t="0" r="0" b="0"/>
              <a:pathLst>
                <a:path w="5716651" h="2059432">
                  <a:moveTo>
                    <a:pt x="0" y="2059432"/>
                  </a:moveTo>
                  <a:lnTo>
                    <a:pt x="5716651" y="2059432"/>
                  </a:lnTo>
                  <a:lnTo>
                    <a:pt x="5716651" y="0"/>
                  </a:lnTo>
                  <a:lnTo>
                    <a:pt x="0" y="0"/>
                  </a:lnTo>
                  <a:close/>
                </a:path>
              </a:pathLst>
            </a:custGeom>
            <a:ln w="9525" cap="flat">
              <a:miter lim="127000"/>
            </a:ln>
          </p:spPr>
          <p:style>
            <a:lnRef idx="1">
              <a:srgbClr val="000000"/>
            </a:lnRef>
            <a:fillRef idx="0">
              <a:srgbClr val="000000">
                <a:alpha val="0"/>
              </a:srgbClr>
            </a:fillRef>
            <a:effectRef idx="0">
              <a:scrgbClr r="0" g="0" b="0"/>
            </a:effectRef>
            <a:fontRef idx="none"/>
          </p:style>
          <p:txBody>
            <a:bodyPr/>
            <a:lstStyle/>
            <a:p>
              <a:endParaRPr lang="en-US"/>
            </a:p>
          </p:txBody>
        </p:sp>
        <p:pic>
          <p:nvPicPr>
            <p:cNvPr id="107" name="Picture 106">
              <a:extLst>
                <a:ext uri="{FF2B5EF4-FFF2-40B4-BE49-F238E27FC236}">
                  <a16:creationId xmlns:a16="http://schemas.microsoft.com/office/drawing/2014/main" id="{98B2642A-1E00-4F2A-A590-8341F0758271}"/>
                </a:ext>
              </a:extLst>
            </p:cNvPr>
            <p:cNvPicPr/>
            <p:nvPr/>
          </p:nvPicPr>
          <p:blipFill>
            <a:blip r:embed="rId3"/>
            <a:stretch>
              <a:fillRect/>
            </a:stretch>
          </p:blipFill>
          <p:spPr>
            <a:xfrm>
              <a:off x="96647" y="57658"/>
              <a:ext cx="3006852" cy="262128"/>
            </a:xfrm>
            <a:prstGeom prst="rect">
              <a:avLst/>
            </a:prstGeom>
          </p:spPr>
        </p:pic>
        <p:sp>
          <p:nvSpPr>
            <p:cNvPr id="108" name="Rectangle 107">
              <a:extLst>
                <a:ext uri="{FF2B5EF4-FFF2-40B4-BE49-F238E27FC236}">
                  <a16:creationId xmlns:a16="http://schemas.microsoft.com/office/drawing/2014/main" id="{1F67EBA0-23E1-48E6-9CAE-09DD26692D8F}"/>
                </a:ext>
              </a:extLst>
            </p:cNvPr>
            <p:cNvSpPr/>
            <p:nvPr/>
          </p:nvSpPr>
          <p:spPr>
            <a:xfrm>
              <a:off x="96952" y="103270"/>
              <a:ext cx="739670" cy="211907"/>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400" b="1" kern="100">
                  <a:effectLst/>
                  <a:latin typeface="Times New Roman" panose="02020603050405020304" pitchFamily="18" charset="0"/>
                  <a:ea typeface="Times New Roman" panose="02020603050405020304" pitchFamily="18" charset="0"/>
                  <a:cs typeface="Times New Roman" panose="02020603050405020304" pitchFamily="18" charset="0"/>
                </a:rPr>
                <a:t>Strong </a:t>
              </a:r>
              <a:endParaRPr lang="en-US" sz="1200" kern="100">
                <a:effectLst/>
                <a:latin typeface="Times New Roman" panose="02020603050405020304" pitchFamily="18" charset="0"/>
                <a:ea typeface="Aptos"/>
                <a:cs typeface="Times New Roman" panose="02020603050405020304" pitchFamily="18" charset="0"/>
              </a:endParaRPr>
            </a:p>
          </p:txBody>
        </p:sp>
        <p:sp>
          <p:nvSpPr>
            <p:cNvPr id="109" name="Rectangle 108">
              <a:extLst>
                <a:ext uri="{FF2B5EF4-FFF2-40B4-BE49-F238E27FC236}">
                  <a16:creationId xmlns:a16="http://schemas.microsoft.com/office/drawing/2014/main" id="{E7204115-3E19-4FEC-9336-4A6C306EE668}"/>
                </a:ext>
              </a:extLst>
            </p:cNvPr>
            <p:cNvSpPr/>
            <p:nvPr/>
          </p:nvSpPr>
          <p:spPr>
            <a:xfrm>
              <a:off x="653161" y="103270"/>
              <a:ext cx="2256953" cy="211907"/>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400" b="1" kern="100" dirty="0">
                  <a:effectLst/>
                  <a:latin typeface="Times New Roman" panose="02020603050405020304" pitchFamily="18" charset="0"/>
                  <a:ea typeface="Times New Roman" panose="02020603050405020304" pitchFamily="18" charset="0"/>
                  <a:cs typeface="Times New Roman" panose="02020603050405020304" pitchFamily="18" charset="0"/>
                </a:rPr>
                <a:t>features of your work:</a:t>
              </a:r>
              <a:endParaRPr lang="en-US" sz="1200" kern="100" dirty="0">
                <a:effectLst/>
                <a:latin typeface="Times New Roman" panose="02020603050405020304" pitchFamily="18" charset="0"/>
                <a:ea typeface="Aptos"/>
                <a:cs typeface="Times New Roman" panose="02020603050405020304" pitchFamily="18" charset="0"/>
              </a:endParaRPr>
            </a:p>
          </p:txBody>
        </p:sp>
        <p:sp>
          <p:nvSpPr>
            <p:cNvPr id="110" name="Rectangle 109">
              <a:extLst>
                <a:ext uri="{FF2B5EF4-FFF2-40B4-BE49-F238E27FC236}">
                  <a16:creationId xmlns:a16="http://schemas.microsoft.com/office/drawing/2014/main" id="{06A706B3-FF04-415A-912F-924DF118DA18}"/>
                </a:ext>
              </a:extLst>
            </p:cNvPr>
            <p:cNvSpPr/>
            <p:nvPr/>
          </p:nvSpPr>
          <p:spPr>
            <a:xfrm>
              <a:off x="2349754" y="88240"/>
              <a:ext cx="50673" cy="224380"/>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pic>
          <p:nvPicPr>
            <p:cNvPr id="111" name="Picture 110">
              <a:extLst>
                <a:ext uri="{FF2B5EF4-FFF2-40B4-BE49-F238E27FC236}">
                  <a16:creationId xmlns:a16="http://schemas.microsoft.com/office/drawing/2014/main" id="{84BEA58B-76A3-4364-8C4F-23F041641D29}"/>
                </a:ext>
              </a:extLst>
            </p:cNvPr>
            <p:cNvPicPr/>
            <p:nvPr/>
          </p:nvPicPr>
          <p:blipFill>
            <a:blip r:embed="rId4"/>
            <a:stretch>
              <a:fillRect/>
            </a:stretch>
          </p:blipFill>
          <p:spPr>
            <a:xfrm>
              <a:off x="2358263" y="57658"/>
              <a:ext cx="57912" cy="262128"/>
            </a:xfrm>
            <a:prstGeom prst="rect">
              <a:avLst/>
            </a:prstGeom>
          </p:spPr>
        </p:pic>
        <p:sp>
          <p:nvSpPr>
            <p:cNvPr id="112" name="Rectangle 111">
              <a:extLst>
                <a:ext uri="{FF2B5EF4-FFF2-40B4-BE49-F238E27FC236}">
                  <a16:creationId xmlns:a16="http://schemas.microsoft.com/office/drawing/2014/main" id="{FDD08277-1605-47D6-96E7-4ABEFC0BF2C9}"/>
                </a:ext>
              </a:extLst>
            </p:cNvPr>
            <p:cNvSpPr/>
            <p:nvPr/>
          </p:nvSpPr>
          <p:spPr>
            <a:xfrm>
              <a:off x="2358898" y="78885"/>
              <a:ext cx="59288" cy="211907"/>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400" b="1" kern="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200" kern="100">
                <a:effectLst/>
                <a:latin typeface="Times New Roman" panose="02020603050405020304" pitchFamily="18" charset="0"/>
                <a:ea typeface="Aptos"/>
                <a:cs typeface="Times New Roman" panose="02020603050405020304" pitchFamily="18" charset="0"/>
              </a:endParaRPr>
            </a:p>
          </p:txBody>
        </p:sp>
        <p:sp>
          <p:nvSpPr>
            <p:cNvPr id="113" name="Rectangle 112">
              <a:extLst>
                <a:ext uri="{FF2B5EF4-FFF2-40B4-BE49-F238E27FC236}">
                  <a16:creationId xmlns:a16="http://schemas.microsoft.com/office/drawing/2014/main" id="{2F9B1A11-3811-4A32-A916-4AB1FEA3CA02}"/>
                </a:ext>
              </a:extLst>
            </p:cNvPr>
            <p:cNvSpPr/>
            <p:nvPr/>
          </p:nvSpPr>
          <p:spPr>
            <a:xfrm>
              <a:off x="2403094" y="63855"/>
              <a:ext cx="50673" cy="224380"/>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pic>
          <p:nvPicPr>
            <p:cNvPr id="114" name="Picture 113">
              <a:extLst>
                <a:ext uri="{FF2B5EF4-FFF2-40B4-BE49-F238E27FC236}">
                  <a16:creationId xmlns:a16="http://schemas.microsoft.com/office/drawing/2014/main" id="{8A639388-FADB-4613-8305-DF9291964D53}"/>
                </a:ext>
              </a:extLst>
            </p:cNvPr>
            <p:cNvPicPr/>
            <p:nvPr/>
          </p:nvPicPr>
          <p:blipFill>
            <a:blip r:embed="rId5"/>
            <a:stretch>
              <a:fillRect/>
            </a:stretch>
          </p:blipFill>
          <p:spPr>
            <a:xfrm>
              <a:off x="96647" y="261874"/>
              <a:ext cx="56388" cy="227076"/>
            </a:xfrm>
            <a:prstGeom prst="rect">
              <a:avLst/>
            </a:prstGeom>
          </p:spPr>
        </p:pic>
        <p:sp>
          <p:nvSpPr>
            <p:cNvPr id="115" name="Rectangle 114">
              <a:extLst>
                <a:ext uri="{FF2B5EF4-FFF2-40B4-BE49-F238E27FC236}">
                  <a16:creationId xmlns:a16="http://schemas.microsoft.com/office/drawing/2014/main" id="{D105E068-D044-477C-92E5-A9B63FB64B1E}"/>
                </a:ext>
              </a:extLst>
            </p:cNvPr>
            <p:cNvSpPr/>
            <p:nvPr/>
          </p:nvSpPr>
          <p:spPr>
            <a:xfrm>
              <a:off x="96952" y="292687"/>
              <a:ext cx="56461" cy="190899"/>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Arial" panose="020B0604020202020204" pitchFamily="34" charset="0"/>
                  <a:ea typeface="Arial" panose="020B0604020202020204" pitchFamily="34" charset="0"/>
                  <a:cs typeface="Times New Roman" panose="02020603050405020304" pitchFamily="18" charset="0"/>
                </a:rPr>
                <a:t> </a:t>
              </a:r>
              <a:endParaRPr lang="en-US" sz="1200" kern="100">
                <a:effectLst/>
                <a:latin typeface="Times New Roman" panose="02020603050405020304" pitchFamily="18" charset="0"/>
                <a:ea typeface="Aptos"/>
                <a:cs typeface="Times New Roman" panose="02020603050405020304" pitchFamily="18" charset="0"/>
              </a:endParaRPr>
            </a:p>
          </p:txBody>
        </p:sp>
        <p:sp>
          <p:nvSpPr>
            <p:cNvPr id="116" name="Rectangle 115">
              <a:extLst>
                <a:ext uri="{FF2B5EF4-FFF2-40B4-BE49-F238E27FC236}">
                  <a16:creationId xmlns:a16="http://schemas.microsoft.com/office/drawing/2014/main" id="{363A8787-DD7B-4403-9C9D-9E26A6A7FAE2}"/>
                </a:ext>
              </a:extLst>
            </p:cNvPr>
            <p:cNvSpPr/>
            <p:nvPr/>
          </p:nvSpPr>
          <p:spPr>
            <a:xfrm>
              <a:off x="139624" y="267800"/>
              <a:ext cx="50774" cy="224828"/>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pic>
          <p:nvPicPr>
            <p:cNvPr id="117" name="Picture 116">
              <a:extLst>
                <a:ext uri="{FF2B5EF4-FFF2-40B4-BE49-F238E27FC236}">
                  <a16:creationId xmlns:a16="http://schemas.microsoft.com/office/drawing/2014/main" id="{AC69E634-F7C8-47E8-AEA3-49CD0C4CE0AC}"/>
                </a:ext>
              </a:extLst>
            </p:cNvPr>
            <p:cNvPicPr/>
            <p:nvPr/>
          </p:nvPicPr>
          <p:blipFill>
            <a:blip r:embed="rId5"/>
            <a:stretch>
              <a:fillRect/>
            </a:stretch>
          </p:blipFill>
          <p:spPr>
            <a:xfrm>
              <a:off x="96647" y="437134"/>
              <a:ext cx="56388" cy="225552"/>
            </a:xfrm>
            <a:prstGeom prst="rect">
              <a:avLst/>
            </a:prstGeom>
          </p:spPr>
        </p:pic>
        <p:sp>
          <p:nvSpPr>
            <p:cNvPr id="118" name="Rectangle 117">
              <a:extLst>
                <a:ext uri="{FF2B5EF4-FFF2-40B4-BE49-F238E27FC236}">
                  <a16:creationId xmlns:a16="http://schemas.microsoft.com/office/drawing/2014/main" id="{4DA5072A-86B6-4C4F-AF74-3B01DA1ABFD2}"/>
                </a:ext>
              </a:extLst>
            </p:cNvPr>
            <p:cNvSpPr/>
            <p:nvPr/>
          </p:nvSpPr>
          <p:spPr>
            <a:xfrm>
              <a:off x="96952" y="468550"/>
              <a:ext cx="56348" cy="190519"/>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Arial" panose="020B0604020202020204" pitchFamily="34" charset="0"/>
                  <a:ea typeface="Arial" panose="020B0604020202020204" pitchFamily="34" charset="0"/>
                  <a:cs typeface="Times New Roman" panose="02020603050405020304" pitchFamily="18" charset="0"/>
                </a:rPr>
                <a:t> </a:t>
              </a:r>
              <a:endParaRPr lang="en-US" sz="1200" kern="100">
                <a:effectLst/>
                <a:latin typeface="Times New Roman" panose="02020603050405020304" pitchFamily="18" charset="0"/>
                <a:ea typeface="Aptos"/>
                <a:cs typeface="Times New Roman" panose="02020603050405020304" pitchFamily="18" charset="0"/>
              </a:endParaRPr>
            </a:p>
          </p:txBody>
        </p:sp>
        <p:sp>
          <p:nvSpPr>
            <p:cNvPr id="119" name="Rectangle 118">
              <a:extLst>
                <a:ext uri="{FF2B5EF4-FFF2-40B4-BE49-F238E27FC236}">
                  <a16:creationId xmlns:a16="http://schemas.microsoft.com/office/drawing/2014/main" id="{03437C47-524F-4977-8B15-A3ED60A08529}"/>
                </a:ext>
              </a:extLst>
            </p:cNvPr>
            <p:cNvSpPr/>
            <p:nvPr/>
          </p:nvSpPr>
          <p:spPr>
            <a:xfrm>
              <a:off x="139624" y="443712"/>
              <a:ext cx="50673" cy="224380"/>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pic>
          <p:nvPicPr>
            <p:cNvPr id="120" name="Picture 119">
              <a:extLst>
                <a:ext uri="{FF2B5EF4-FFF2-40B4-BE49-F238E27FC236}">
                  <a16:creationId xmlns:a16="http://schemas.microsoft.com/office/drawing/2014/main" id="{E99887F9-532D-4839-8F5B-4FCACEDCF643}"/>
                </a:ext>
              </a:extLst>
            </p:cNvPr>
            <p:cNvPicPr/>
            <p:nvPr/>
          </p:nvPicPr>
          <p:blipFill>
            <a:blip r:embed="rId5"/>
            <a:stretch>
              <a:fillRect/>
            </a:stretch>
          </p:blipFill>
          <p:spPr>
            <a:xfrm>
              <a:off x="96647" y="612394"/>
              <a:ext cx="56388" cy="225552"/>
            </a:xfrm>
            <a:prstGeom prst="rect">
              <a:avLst/>
            </a:prstGeom>
          </p:spPr>
        </p:pic>
        <p:sp>
          <p:nvSpPr>
            <p:cNvPr id="121" name="Rectangle 120">
              <a:extLst>
                <a:ext uri="{FF2B5EF4-FFF2-40B4-BE49-F238E27FC236}">
                  <a16:creationId xmlns:a16="http://schemas.microsoft.com/office/drawing/2014/main" id="{A5A2C06C-04B0-4C5E-A31F-D3E5BE70F859}"/>
                </a:ext>
              </a:extLst>
            </p:cNvPr>
            <p:cNvSpPr/>
            <p:nvPr/>
          </p:nvSpPr>
          <p:spPr>
            <a:xfrm>
              <a:off x="96952" y="643810"/>
              <a:ext cx="56348" cy="190519"/>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Arial" panose="020B0604020202020204" pitchFamily="34" charset="0"/>
                  <a:ea typeface="Arial" panose="020B0604020202020204" pitchFamily="34" charset="0"/>
                  <a:cs typeface="Times New Roman" panose="02020603050405020304" pitchFamily="18" charset="0"/>
                </a:rPr>
                <a:t> </a:t>
              </a:r>
              <a:endParaRPr lang="en-US" sz="1200" kern="100">
                <a:effectLst/>
                <a:latin typeface="Times New Roman" panose="02020603050405020304" pitchFamily="18" charset="0"/>
                <a:ea typeface="Aptos"/>
                <a:cs typeface="Times New Roman" panose="02020603050405020304" pitchFamily="18" charset="0"/>
              </a:endParaRPr>
            </a:p>
          </p:txBody>
        </p:sp>
        <p:sp>
          <p:nvSpPr>
            <p:cNvPr id="122" name="Rectangle 121">
              <a:extLst>
                <a:ext uri="{FF2B5EF4-FFF2-40B4-BE49-F238E27FC236}">
                  <a16:creationId xmlns:a16="http://schemas.microsoft.com/office/drawing/2014/main" id="{95D51546-4191-4D8E-986C-7A79A9D88BB1}"/>
                </a:ext>
              </a:extLst>
            </p:cNvPr>
            <p:cNvSpPr/>
            <p:nvPr/>
          </p:nvSpPr>
          <p:spPr>
            <a:xfrm>
              <a:off x="139624" y="618972"/>
              <a:ext cx="50673" cy="224380"/>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pic>
          <p:nvPicPr>
            <p:cNvPr id="123" name="Picture 122">
              <a:extLst>
                <a:ext uri="{FF2B5EF4-FFF2-40B4-BE49-F238E27FC236}">
                  <a16:creationId xmlns:a16="http://schemas.microsoft.com/office/drawing/2014/main" id="{A9705D18-A0EC-4725-A701-41798D66DD74}"/>
                </a:ext>
              </a:extLst>
            </p:cNvPr>
            <p:cNvPicPr/>
            <p:nvPr/>
          </p:nvPicPr>
          <p:blipFill>
            <a:blip r:embed="rId5"/>
            <a:stretch>
              <a:fillRect/>
            </a:stretch>
          </p:blipFill>
          <p:spPr>
            <a:xfrm>
              <a:off x="96647" y="786130"/>
              <a:ext cx="56388" cy="227076"/>
            </a:xfrm>
            <a:prstGeom prst="rect">
              <a:avLst/>
            </a:prstGeom>
          </p:spPr>
        </p:pic>
        <p:sp>
          <p:nvSpPr>
            <p:cNvPr id="124" name="Rectangle 123">
              <a:extLst>
                <a:ext uri="{FF2B5EF4-FFF2-40B4-BE49-F238E27FC236}">
                  <a16:creationId xmlns:a16="http://schemas.microsoft.com/office/drawing/2014/main" id="{86D50FCB-A0A7-4E25-9D07-031A448C5FEE}"/>
                </a:ext>
              </a:extLst>
            </p:cNvPr>
            <p:cNvSpPr/>
            <p:nvPr/>
          </p:nvSpPr>
          <p:spPr>
            <a:xfrm>
              <a:off x="96952" y="817545"/>
              <a:ext cx="56348" cy="190519"/>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Arial" panose="020B0604020202020204" pitchFamily="34" charset="0"/>
                  <a:ea typeface="Arial" panose="020B0604020202020204" pitchFamily="34" charset="0"/>
                  <a:cs typeface="Times New Roman" panose="02020603050405020304" pitchFamily="18" charset="0"/>
                </a:rPr>
                <a:t> </a:t>
              </a:r>
              <a:endParaRPr lang="en-US" sz="1200" kern="100">
                <a:effectLst/>
                <a:latin typeface="Times New Roman" panose="02020603050405020304" pitchFamily="18" charset="0"/>
                <a:ea typeface="Aptos"/>
                <a:cs typeface="Times New Roman" panose="02020603050405020304" pitchFamily="18" charset="0"/>
              </a:endParaRPr>
            </a:p>
          </p:txBody>
        </p:sp>
        <p:sp>
          <p:nvSpPr>
            <p:cNvPr id="125" name="Rectangle 124">
              <a:extLst>
                <a:ext uri="{FF2B5EF4-FFF2-40B4-BE49-F238E27FC236}">
                  <a16:creationId xmlns:a16="http://schemas.microsoft.com/office/drawing/2014/main" id="{260FFE15-15BD-4D7F-A846-42A926B18F01}"/>
                </a:ext>
              </a:extLst>
            </p:cNvPr>
            <p:cNvSpPr/>
            <p:nvPr/>
          </p:nvSpPr>
          <p:spPr>
            <a:xfrm>
              <a:off x="139624" y="792708"/>
              <a:ext cx="50673" cy="224381"/>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pic>
          <p:nvPicPr>
            <p:cNvPr id="126" name="Picture 125">
              <a:extLst>
                <a:ext uri="{FF2B5EF4-FFF2-40B4-BE49-F238E27FC236}">
                  <a16:creationId xmlns:a16="http://schemas.microsoft.com/office/drawing/2014/main" id="{403FCB0B-FF47-42AD-89E6-D6485E67FD44}"/>
                </a:ext>
              </a:extLst>
            </p:cNvPr>
            <p:cNvPicPr/>
            <p:nvPr/>
          </p:nvPicPr>
          <p:blipFill>
            <a:blip r:embed="rId5"/>
            <a:stretch>
              <a:fillRect/>
            </a:stretch>
          </p:blipFill>
          <p:spPr>
            <a:xfrm>
              <a:off x="96647" y="961390"/>
              <a:ext cx="56388" cy="225552"/>
            </a:xfrm>
            <a:prstGeom prst="rect">
              <a:avLst/>
            </a:prstGeom>
          </p:spPr>
        </p:pic>
        <p:sp>
          <p:nvSpPr>
            <p:cNvPr id="127" name="Rectangle 126">
              <a:extLst>
                <a:ext uri="{FF2B5EF4-FFF2-40B4-BE49-F238E27FC236}">
                  <a16:creationId xmlns:a16="http://schemas.microsoft.com/office/drawing/2014/main" id="{D8C7D39D-9811-4C38-BA03-02B7F36E8354}"/>
                </a:ext>
              </a:extLst>
            </p:cNvPr>
            <p:cNvSpPr/>
            <p:nvPr/>
          </p:nvSpPr>
          <p:spPr>
            <a:xfrm>
              <a:off x="96952" y="992806"/>
              <a:ext cx="56348" cy="190519"/>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Arial" panose="020B0604020202020204" pitchFamily="34" charset="0"/>
                  <a:ea typeface="Arial" panose="020B0604020202020204" pitchFamily="34" charset="0"/>
                  <a:cs typeface="Times New Roman" panose="02020603050405020304" pitchFamily="18" charset="0"/>
                </a:rPr>
                <a:t> </a:t>
              </a:r>
              <a:endParaRPr lang="en-US" sz="1200" kern="100">
                <a:effectLst/>
                <a:latin typeface="Times New Roman" panose="02020603050405020304" pitchFamily="18" charset="0"/>
                <a:ea typeface="Aptos"/>
                <a:cs typeface="Times New Roman" panose="02020603050405020304" pitchFamily="18" charset="0"/>
              </a:endParaRPr>
            </a:p>
          </p:txBody>
        </p:sp>
        <p:sp>
          <p:nvSpPr>
            <p:cNvPr id="128" name="Rectangle 127">
              <a:extLst>
                <a:ext uri="{FF2B5EF4-FFF2-40B4-BE49-F238E27FC236}">
                  <a16:creationId xmlns:a16="http://schemas.microsoft.com/office/drawing/2014/main" id="{399C3109-7852-40CE-A197-ED23118859A6}"/>
                </a:ext>
              </a:extLst>
            </p:cNvPr>
            <p:cNvSpPr/>
            <p:nvPr/>
          </p:nvSpPr>
          <p:spPr>
            <a:xfrm>
              <a:off x="139624" y="967969"/>
              <a:ext cx="50673" cy="224380"/>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pic>
          <p:nvPicPr>
            <p:cNvPr id="129" name="Picture 128">
              <a:extLst>
                <a:ext uri="{FF2B5EF4-FFF2-40B4-BE49-F238E27FC236}">
                  <a16:creationId xmlns:a16="http://schemas.microsoft.com/office/drawing/2014/main" id="{2F14B2B5-1DD8-45FA-9DA0-4A8971D3322B}"/>
                </a:ext>
              </a:extLst>
            </p:cNvPr>
            <p:cNvPicPr/>
            <p:nvPr/>
          </p:nvPicPr>
          <p:blipFill>
            <a:blip r:embed="rId5"/>
            <a:stretch>
              <a:fillRect/>
            </a:stretch>
          </p:blipFill>
          <p:spPr>
            <a:xfrm>
              <a:off x="96647" y="1138174"/>
              <a:ext cx="56388" cy="227076"/>
            </a:xfrm>
            <a:prstGeom prst="rect">
              <a:avLst/>
            </a:prstGeom>
          </p:spPr>
        </p:pic>
        <p:sp>
          <p:nvSpPr>
            <p:cNvPr id="130" name="Rectangle 129">
              <a:extLst>
                <a:ext uri="{FF2B5EF4-FFF2-40B4-BE49-F238E27FC236}">
                  <a16:creationId xmlns:a16="http://schemas.microsoft.com/office/drawing/2014/main" id="{2B1E364A-135F-46F1-B043-3AC22DD5FE47}"/>
                </a:ext>
              </a:extLst>
            </p:cNvPr>
            <p:cNvSpPr/>
            <p:nvPr/>
          </p:nvSpPr>
          <p:spPr>
            <a:xfrm>
              <a:off x="96952" y="1169590"/>
              <a:ext cx="56348" cy="190519"/>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Arial" panose="020B0604020202020204" pitchFamily="34" charset="0"/>
                  <a:ea typeface="Arial" panose="020B0604020202020204" pitchFamily="34" charset="0"/>
                  <a:cs typeface="Times New Roman" panose="02020603050405020304" pitchFamily="18" charset="0"/>
                </a:rPr>
                <a:t> </a:t>
              </a:r>
              <a:endParaRPr lang="en-US" sz="1200" kern="100">
                <a:effectLst/>
                <a:latin typeface="Times New Roman" panose="02020603050405020304" pitchFamily="18" charset="0"/>
                <a:ea typeface="Aptos"/>
                <a:cs typeface="Times New Roman" panose="02020603050405020304" pitchFamily="18" charset="0"/>
              </a:endParaRPr>
            </a:p>
          </p:txBody>
        </p:sp>
        <p:sp>
          <p:nvSpPr>
            <p:cNvPr id="131" name="Rectangle 130">
              <a:extLst>
                <a:ext uri="{FF2B5EF4-FFF2-40B4-BE49-F238E27FC236}">
                  <a16:creationId xmlns:a16="http://schemas.microsoft.com/office/drawing/2014/main" id="{A062393D-6A7A-44E8-A24A-FE2BCA5876F2}"/>
                </a:ext>
              </a:extLst>
            </p:cNvPr>
            <p:cNvSpPr/>
            <p:nvPr/>
          </p:nvSpPr>
          <p:spPr>
            <a:xfrm>
              <a:off x="139624" y="1144753"/>
              <a:ext cx="50673" cy="224380"/>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pic>
          <p:nvPicPr>
            <p:cNvPr id="132" name="Picture 131">
              <a:extLst>
                <a:ext uri="{FF2B5EF4-FFF2-40B4-BE49-F238E27FC236}">
                  <a16:creationId xmlns:a16="http://schemas.microsoft.com/office/drawing/2014/main" id="{AB8A902F-F0D7-45E8-AD70-62656838B023}"/>
                </a:ext>
              </a:extLst>
            </p:cNvPr>
            <p:cNvPicPr/>
            <p:nvPr/>
          </p:nvPicPr>
          <p:blipFill>
            <a:blip r:embed="rId5"/>
            <a:stretch>
              <a:fillRect/>
            </a:stretch>
          </p:blipFill>
          <p:spPr>
            <a:xfrm>
              <a:off x="96647" y="1316482"/>
              <a:ext cx="56388" cy="225552"/>
            </a:xfrm>
            <a:prstGeom prst="rect">
              <a:avLst/>
            </a:prstGeom>
          </p:spPr>
        </p:pic>
        <p:sp>
          <p:nvSpPr>
            <p:cNvPr id="133" name="Rectangle 132">
              <a:extLst>
                <a:ext uri="{FF2B5EF4-FFF2-40B4-BE49-F238E27FC236}">
                  <a16:creationId xmlns:a16="http://schemas.microsoft.com/office/drawing/2014/main" id="{B67F2283-1790-4C8D-B9D9-6B07351B18FC}"/>
                </a:ext>
              </a:extLst>
            </p:cNvPr>
            <p:cNvSpPr/>
            <p:nvPr/>
          </p:nvSpPr>
          <p:spPr>
            <a:xfrm>
              <a:off x="96952" y="1347898"/>
              <a:ext cx="56348" cy="190519"/>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Arial" panose="020B0604020202020204" pitchFamily="34" charset="0"/>
                  <a:ea typeface="Arial" panose="020B0604020202020204" pitchFamily="34" charset="0"/>
                  <a:cs typeface="Times New Roman" panose="02020603050405020304" pitchFamily="18" charset="0"/>
                </a:rPr>
                <a:t> </a:t>
              </a:r>
              <a:endParaRPr lang="en-US" sz="1200" kern="100">
                <a:effectLst/>
                <a:latin typeface="Times New Roman" panose="02020603050405020304" pitchFamily="18" charset="0"/>
                <a:ea typeface="Aptos"/>
                <a:cs typeface="Times New Roman" panose="02020603050405020304" pitchFamily="18" charset="0"/>
              </a:endParaRPr>
            </a:p>
          </p:txBody>
        </p:sp>
        <p:sp>
          <p:nvSpPr>
            <p:cNvPr id="134" name="Rectangle 133">
              <a:extLst>
                <a:ext uri="{FF2B5EF4-FFF2-40B4-BE49-F238E27FC236}">
                  <a16:creationId xmlns:a16="http://schemas.microsoft.com/office/drawing/2014/main" id="{9306EEEA-4EA3-4AA9-A361-3A5713342EF5}"/>
                </a:ext>
              </a:extLst>
            </p:cNvPr>
            <p:cNvSpPr/>
            <p:nvPr/>
          </p:nvSpPr>
          <p:spPr>
            <a:xfrm>
              <a:off x="139624" y="1323061"/>
              <a:ext cx="50673" cy="224380"/>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sp>
          <p:nvSpPr>
            <p:cNvPr id="135" name="Shape 33337">
              <a:extLst>
                <a:ext uri="{FF2B5EF4-FFF2-40B4-BE49-F238E27FC236}">
                  <a16:creationId xmlns:a16="http://schemas.microsoft.com/office/drawing/2014/main" id="{332C31C1-170F-423F-A6D9-B4744F32F25B}"/>
                </a:ext>
              </a:extLst>
            </p:cNvPr>
            <p:cNvSpPr/>
            <p:nvPr/>
          </p:nvSpPr>
          <p:spPr>
            <a:xfrm>
              <a:off x="318" y="2401824"/>
              <a:ext cx="5736399" cy="2000631"/>
            </a:xfrm>
            <a:custGeom>
              <a:avLst/>
              <a:gdLst/>
              <a:ahLst/>
              <a:cxnLst/>
              <a:rect l="0" t="0" r="0" b="0"/>
              <a:pathLst>
                <a:path w="5736399" h="2000631">
                  <a:moveTo>
                    <a:pt x="0" y="0"/>
                  </a:moveTo>
                  <a:lnTo>
                    <a:pt x="5736399" y="0"/>
                  </a:lnTo>
                  <a:lnTo>
                    <a:pt x="5736399" y="2000631"/>
                  </a:lnTo>
                  <a:lnTo>
                    <a:pt x="0" y="2000631"/>
                  </a:lnTo>
                  <a:lnTo>
                    <a:pt x="0" y="0"/>
                  </a:lnTo>
                </a:path>
              </a:pathLst>
            </a:custGeom>
            <a:ln w="0" cap="flat">
              <a:miter lim="127000"/>
            </a:ln>
          </p:spPr>
          <p:style>
            <a:lnRef idx="0">
              <a:srgbClr val="000000">
                <a:alpha val="0"/>
              </a:srgbClr>
            </a:lnRef>
            <a:fillRef idx="1">
              <a:srgbClr val="E6E6E6"/>
            </a:fillRef>
            <a:effectRef idx="0">
              <a:scrgbClr r="0" g="0" b="0"/>
            </a:effectRef>
            <a:fontRef idx="none"/>
          </p:style>
          <p:txBody>
            <a:bodyPr/>
            <a:lstStyle/>
            <a:p>
              <a:endParaRPr lang="en-US"/>
            </a:p>
          </p:txBody>
        </p:sp>
        <p:pic>
          <p:nvPicPr>
            <p:cNvPr id="136" name="Picture 135">
              <a:extLst>
                <a:ext uri="{FF2B5EF4-FFF2-40B4-BE49-F238E27FC236}">
                  <a16:creationId xmlns:a16="http://schemas.microsoft.com/office/drawing/2014/main" id="{FE225373-C04E-478A-A956-A61DE8CE2190}"/>
                </a:ext>
              </a:extLst>
            </p:cNvPr>
            <p:cNvPicPr/>
            <p:nvPr/>
          </p:nvPicPr>
          <p:blipFill>
            <a:blip r:embed="rId2"/>
            <a:stretch>
              <a:fillRect/>
            </a:stretch>
          </p:blipFill>
          <p:spPr>
            <a:xfrm>
              <a:off x="5736971" y="4266946"/>
              <a:ext cx="50292" cy="224028"/>
            </a:xfrm>
            <a:prstGeom prst="rect">
              <a:avLst/>
            </a:prstGeom>
          </p:spPr>
        </p:pic>
        <p:sp>
          <p:nvSpPr>
            <p:cNvPr id="137" name="Rectangle 136">
              <a:extLst>
                <a:ext uri="{FF2B5EF4-FFF2-40B4-BE49-F238E27FC236}">
                  <a16:creationId xmlns:a16="http://schemas.microsoft.com/office/drawing/2014/main" id="{04266637-254E-4FA2-A175-475530BBBF64}"/>
                </a:ext>
              </a:extLst>
            </p:cNvPr>
            <p:cNvSpPr/>
            <p:nvPr/>
          </p:nvSpPr>
          <p:spPr>
            <a:xfrm>
              <a:off x="5738241" y="4306354"/>
              <a:ext cx="50673" cy="181116"/>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b="1" kern="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200" kern="100">
                <a:effectLst/>
                <a:latin typeface="Times New Roman" panose="02020603050405020304" pitchFamily="18" charset="0"/>
                <a:ea typeface="Aptos"/>
                <a:cs typeface="Times New Roman" panose="02020603050405020304" pitchFamily="18" charset="0"/>
              </a:endParaRPr>
            </a:p>
          </p:txBody>
        </p:sp>
        <p:sp>
          <p:nvSpPr>
            <p:cNvPr id="138" name="Rectangle 137">
              <a:extLst>
                <a:ext uri="{FF2B5EF4-FFF2-40B4-BE49-F238E27FC236}">
                  <a16:creationId xmlns:a16="http://schemas.microsoft.com/office/drawing/2014/main" id="{7ED40CD5-5D06-4C3F-BDA2-2DEA2E39510F}"/>
                </a:ext>
              </a:extLst>
            </p:cNvPr>
            <p:cNvSpPr/>
            <p:nvPr/>
          </p:nvSpPr>
          <p:spPr>
            <a:xfrm>
              <a:off x="5776341" y="4273779"/>
              <a:ext cx="50673" cy="224380"/>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sp>
          <p:nvSpPr>
            <p:cNvPr id="139" name="Shape 33338">
              <a:extLst>
                <a:ext uri="{FF2B5EF4-FFF2-40B4-BE49-F238E27FC236}">
                  <a16:creationId xmlns:a16="http://schemas.microsoft.com/office/drawing/2014/main" id="{92C2AA33-4FE2-40DA-A452-D6A9303C6A87}"/>
                </a:ext>
              </a:extLst>
            </p:cNvPr>
            <p:cNvSpPr/>
            <p:nvPr/>
          </p:nvSpPr>
          <p:spPr>
            <a:xfrm>
              <a:off x="0" y="2399157"/>
              <a:ext cx="5712206" cy="1979676"/>
            </a:xfrm>
            <a:custGeom>
              <a:avLst/>
              <a:gdLst/>
              <a:ahLst/>
              <a:cxnLst/>
              <a:rect l="0" t="0" r="0" b="0"/>
              <a:pathLst>
                <a:path w="5712206" h="1979676">
                  <a:moveTo>
                    <a:pt x="0" y="0"/>
                  </a:moveTo>
                  <a:lnTo>
                    <a:pt x="5712206" y="0"/>
                  </a:lnTo>
                  <a:lnTo>
                    <a:pt x="5712206" y="1979676"/>
                  </a:lnTo>
                  <a:lnTo>
                    <a:pt x="0" y="1979676"/>
                  </a:lnTo>
                  <a:lnTo>
                    <a:pt x="0" y="0"/>
                  </a:lnTo>
                </a:path>
              </a:pathLst>
            </a:custGeom>
            <a:ln w="0" cap="flat">
              <a:miter lim="127000"/>
            </a:ln>
          </p:spPr>
          <p:style>
            <a:lnRef idx="0">
              <a:srgbClr val="000000">
                <a:alpha val="0"/>
              </a:srgbClr>
            </a:lnRef>
            <a:fillRef idx="1">
              <a:srgbClr val="FFFFFF"/>
            </a:fillRef>
            <a:effectRef idx="0">
              <a:scrgbClr r="0" g="0" b="0"/>
            </a:effectRef>
            <a:fontRef idx="none"/>
          </p:style>
          <p:txBody>
            <a:bodyPr/>
            <a:lstStyle/>
            <a:p>
              <a:endParaRPr lang="en-US"/>
            </a:p>
          </p:txBody>
        </p:sp>
        <p:sp>
          <p:nvSpPr>
            <p:cNvPr id="140" name="Shape 473">
              <a:extLst>
                <a:ext uri="{FF2B5EF4-FFF2-40B4-BE49-F238E27FC236}">
                  <a16:creationId xmlns:a16="http://schemas.microsoft.com/office/drawing/2014/main" id="{859ADB48-22D9-47B8-8BE2-531F0E14F9D1}"/>
                </a:ext>
              </a:extLst>
            </p:cNvPr>
            <p:cNvSpPr/>
            <p:nvPr/>
          </p:nvSpPr>
          <p:spPr>
            <a:xfrm>
              <a:off x="0" y="2399030"/>
              <a:ext cx="5712206" cy="1979803"/>
            </a:xfrm>
            <a:custGeom>
              <a:avLst/>
              <a:gdLst/>
              <a:ahLst/>
              <a:cxnLst/>
              <a:rect l="0" t="0" r="0" b="0"/>
              <a:pathLst>
                <a:path w="5712206" h="1979803">
                  <a:moveTo>
                    <a:pt x="0" y="1979803"/>
                  </a:moveTo>
                  <a:lnTo>
                    <a:pt x="5712206" y="1979803"/>
                  </a:lnTo>
                  <a:lnTo>
                    <a:pt x="5712206" y="0"/>
                  </a:lnTo>
                  <a:lnTo>
                    <a:pt x="0" y="0"/>
                  </a:lnTo>
                  <a:close/>
                </a:path>
              </a:pathLst>
            </a:custGeom>
            <a:ln w="9525" cap="flat">
              <a:miter lim="127000"/>
            </a:ln>
          </p:spPr>
          <p:style>
            <a:lnRef idx="1">
              <a:srgbClr val="000000"/>
            </a:lnRef>
            <a:fillRef idx="0">
              <a:srgbClr val="000000">
                <a:alpha val="0"/>
              </a:srgbClr>
            </a:fillRef>
            <a:effectRef idx="0">
              <a:scrgbClr r="0" g="0" b="0"/>
            </a:effectRef>
            <a:fontRef idx="none"/>
          </p:style>
          <p:txBody>
            <a:bodyPr/>
            <a:lstStyle/>
            <a:p>
              <a:endParaRPr lang="en-US"/>
            </a:p>
          </p:txBody>
        </p:sp>
        <p:pic>
          <p:nvPicPr>
            <p:cNvPr id="141" name="Picture 140">
              <a:extLst>
                <a:ext uri="{FF2B5EF4-FFF2-40B4-BE49-F238E27FC236}">
                  <a16:creationId xmlns:a16="http://schemas.microsoft.com/office/drawing/2014/main" id="{3B4F7434-BFF4-4D43-BABD-C954E1BCEB28}"/>
                </a:ext>
              </a:extLst>
            </p:cNvPr>
            <p:cNvPicPr/>
            <p:nvPr/>
          </p:nvPicPr>
          <p:blipFill>
            <a:blip r:embed="rId6"/>
            <a:stretch>
              <a:fillRect/>
            </a:stretch>
          </p:blipFill>
          <p:spPr>
            <a:xfrm>
              <a:off x="95123" y="2456434"/>
              <a:ext cx="1011936" cy="262128"/>
            </a:xfrm>
            <a:prstGeom prst="rect">
              <a:avLst/>
            </a:prstGeom>
          </p:spPr>
        </p:pic>
        <p:sp>
          <p:nvSpPr>
            <p:cNvPr id="142" name="Rectangle 141">
              <a:extLst>
                <a:ext uri="{FF2B5EF4-FFF2-40B4-BE49-F238E27FC236}">
                  <a16:creationId xmlns:a16="http://schemas.microsoft.com/office/drawing/2014/main" id="{1EF170FF-BBFA-46CE-848B-A7A63B097B39}"/>
                </a:ext>
              </a:extLst>
            </p:cNvPr>
            <p:cNvSpPr/>
            <p:nvPr/>
          </p:nvSpPr>
          <p:spPr>
            <a:xfrm>
              <a:off x="95428" y="2502681"/>
              <a:ext cx="1005514" cy="211907"/>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400" b="1" kern="100">
                  <a:effectLst/>
                  <a:latin typeface="Times New Roman" panose="02020603050405020304" pitchFamily="18" charset="0"/>
                  <a:ea typeface="Times New Roman" panose="02020603050405020304" pitchFamily="18" charset="0"/>
                  <a:cs typeface="Times New Roman" panose="02020603050405020304" pitchFamily="18" charset="0"/>
                </a:rPr>
                <a:t>Areas for </a:t>
              </a:r>
              <a:endParaRPr lang="en-US" sz="1200" kern="100">
                <a:effectLst/>
                <a:latin typeface="Times New Roman" panose="02020603050405020304" pitchFamily="18" charset="0"/>
                <a:ea typeface="Aptos"/>
                <a:cs typeface="Times New Roman" panose="02020603050405020304" pitchFamily="18" charset="0"/>
              </a:endParaRPr>
            </a:p>
          </p:txBody>
        </p:sp>
        <p:sp>
          <p:nvSpPr>
            <p:cNvPr id="143" name="Rectangle 142">
              <a:extLst>
                <a:ext uri="{FF2B5EF4-FFF2-40B4-BE49-F238E27FC236}">
                  <a16:creationId xmlns:a16="http://schemas.microsoft.com/office/drawing/2014/main" id="{761EC98C-67AD-4F73-A428-A8C2DB5229D3}"/>
                </a:ext>
              </a:extLst>
            </p:cNvPr>
            <p:cNvSpPr/>
            <p:nvPr/>
          </p:nvSpPr>
          <p:spPr>
            <a:xfrm>
              <a:off x="849757" y="2487651"/>
              <a:ext cx="50673" cy="224380"/>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pic>
          <p:nvPicPr>
            <p:cNvPr id="144" name="Picture 143">
              <a:extLst>
                <a:ext uri="{FF2B5EF4-FFF2-40B4-BE49-F238E27FC236}">
                  <a16:creationId xmlns:a16="http://schemas.microsoft.com/office/drawing/2014/main" id="{A39E4D31-EE13-444B-8F2F-FE163D627E00}"/>
                </a:ext>
              </a:extLst>
            </p:cNvPr>
            <p:cNvPicPr/>
            <p:nvPr/>
          </p:nvPicPr>
          <p:blipFill>
            <a:blip r:embed="rId7"/>
            <a:stretch>
              <a:fillRect/>
            </a:stretch>
          </p:blipFill>
          <p:spPr>
            <a:xfrm>
              <a:off x="858647" y="2456434"/>
              <a:ext cx="1427988" cy="262128"/>
            </a:xfrm>
            <a:prstGeom prst="rect">
              <a:avLst/>
            </a:prstGeom>
          </p:spPr>
        </p:pic>
        <p:sp>
          <p:nvSpPr>
            <p:cNvPr id="145" name="Rectangle 144">
              <a:extLst>
                <a:ext uri="{FF2B5EF4-FFF2-40B4-BE49-F238E27FC236}">
                  <a16:creationId xmlns:a16="http://schemas.microsoft.com/office/drawing/2014/main" id="{A0BAF1A1-1C8A-40D6-A72A-B07A99FC6E7E}"/>
                </a:ext>
              </a:extLst>
            </p:cNvPr>
            <p:cNvSpPr/>
            <p:nvPr/>
          </p:nvSpPr>
          <p:spPr>
            <a:xfrm>
              <a:off x="858901" y="2502681"/>
              <a:ext cx="1428352" cy="211907"/>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400" b="1" kern="100">
                  <a:effectLst/>
                  <a:latin typeface="Times New Roman" panose="02020603050405020304" pitchFamily="18" charset="0"/>
                  <a:ea typeface="Times New Roman" panose="02020603050405020304" pitchFamily="18" charset="0"/>
                  <a:cs typeface="Times New Roman" panose="02020603050405020304" pitchFamily="18" charset="0"/>
                </a:rPr>
                <a:t>improvement:</a:t>
              </a:r>
              <a:endParaRPr lang="en-US" sz="1200" kern="100">
                <a:effectLst/>
                <a:latin typeface="Times New Roman" panose="02020603050405020304" pitchFamily="18" charset="0"/>
                <a:ea typeface="Aptos"/>
                <a:cs typeface="Times New Roman" panose="02020603050405020304" pitchFamily="18" charset="0"/>
              </a:endParaRPr>
            </a:p>
          </p:txBody>
        </p:sp>
        <p:sp>
          <p:nvSpPr>
            <p:cNvPr id="146" name="Rectangle 145">
              <a:extLst>
                <a:ext uri="{FF2B5EF4-FFF2-40B4-BE49-F238E27FC236}">
                  <a16:creationId xmlns:a16="http://schemas.microsoft.com/office/drawing/2014/main" id="{81BBA55F-9D51-4BEE-8791-E8C57ED63DAA}"/>
                </a:ext>
              </a:extLst>
            </p:cNvPr>
            <p:cNvSpPr/>
            <p:nvPr/>
          </p:nvSpPr>
          <p:spPr>
            <a:xfrm>
              <a:off x="1932178" y="2487651"/>
              <a:ext cx="50673" cy="224380"/>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pic>
          <p:nvPicPr>
            <p:cNvPr id="147" name="Picture 146">
              <a:extLst>
                <a:ext uri="{FF2B5EF4-FFF2-40B4-BE49-F238E27FC236}">
                  <a16:creationId xmlns:a16="http://schemas.microsoft.com/office/drawing/2014/main" id="{AD4C7B1D-9277-446E-9662-F83A80FADCC6}"/>
                </a:ext>
              </a:extLst>
            </p:cNvPr>
            <p:cNvPicPr/>
            <p:nvPr/>
          </p:nvPicPr>
          <p:blipFill>
            <a:blip r:embed="rId2"/>
            <a:stretch>
              <a:fillRect/>
            </a:stretch>
          </p:blipFill>
          <p:spPr>
            <a:xfrm>
              <a:off x="1931543" y="2479294"/>
              <a:ext cx="50292" cy="224028"/>
            </a:xfrm>
            <a:prstGeom prst="rect">
              <a:avLst/>
            </a:prstGeom>
          </p:spPr>
        </p:pic>
        <p:sp>
          <p:nvSpPr>
            <p:cNvPr id="148" name="Rectangle 147">
              <a:extLst>
                <a:ext uri="{FF2B5EF4-FFF2-40B4-BE49-F238E27FC236}">
                  <a16:creationId xmlns:a16="http://schemas.microsoft.com/office/drawing/2014/main" id="{821F0BA2-D6CF-46FE-8FF4-84C32512B558}"/>
                </a:ext>
              </a:extLst>
            </p:cNvPr>
            <p:cNvSpPr/>
            <p:nvPr/>
          </p:nvSpPr>
          <p:spPr>
            <a:xfrm>
              <a:off x="1932178" y="2518703"/>
              <a:ext cx="50673" cy="181116"/>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b="1" kern="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200" kern="100">
                <a:effectLst/>
                <a:latin typeface="Times New Roman" panose="02020603050405020304" pitchFamily="18" charset="0"/>
                <a:ea typeface="Aptos"/>
                <a:cs typeface="Times New Roman" panose="02020603050405020304" pitchFamily="18" charset="0"/>
              </a:endParaRPr>
            </a:p>
          </p:txBody>
        </p:sp>
        <p:sp>
          <p:nvSpPr>
            <p:cNvPr id="149" name="Rectangle 148">
              <a:extLst>
                <a:ext uri="{FF2B5EF4-FFF2-40B4-BE49-F238E27FC236}">
                  <a16:creationId xmlns:a16="http://schemas.microsoft.com/office/drawing/2014/main" id="{D98AE2F5-377F-4C75-8099-356B19583670}"/>
                </a:ext>
              </a:extLst>
            </p:cNvPr>
            <p:cNvSpPr/>
            <p:nvPr/>
          </p:nvSpPr>
          <p:spPr>
            <a:xfrm>
              <a:off x="1970278" y="2486127"/>
              <a:ext cx="50673" cy="224380"/>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pic>
          <p:nvPicPr>
            <p:cNvPr id="150" name="Picture 149">
              <a:extLst>
                <a:ext uri="{FF2B5EF4-FFF2-40B4-BE49-F238E27FC236}">
                  <a16:creationId xmlns:a16="http://schemas.microsoft.com/office/drawing/2014/main" id="{96CBFF0B-D659-4836-AE89-2F37CC0D353C}"/>
                </a:ext>
              </a:extLst>
            </p:cNvPr>
            <p:cNvPicPr/>
            <p:nvPr/>
          </p:nvPicPr>
          <p:blipFill>
            <a:blip r:embed="rId5"/>
            <a:stretch>
              <a:fillRect/>
            </a:stretch>
          </p:blipFill>
          <p:spPr>
            <a:xfrm>
              <a:off x="95123" y="2660650"/>
              <a:ext cx="56388" cy="227076"/>
            </a:xfrm>
            <a:prstGeom prst="rect">
              <a:avLst/>
            </a:prstGeom>
          </p:spPr>
        </p:pic>
        <p:sp>
          <p:nvSpPr>
            <p:cNvPr id="151" name="Rectangle 150">
              <a:extLst>
                <a:ext uri="{FF2B5EF4-FFF2-40B4-BE49-F238E27FC236}">
                  <a16:creationId xmlns:a16="http://schemas.microsoft.com/office/drawing/2014/main" id="{138C8C04-05DB-4D44-983E-A93B164092BD}"/>
                </a:ext>
              </a:extLst>
            </p:cNvPr>
            <p:cNvSpPr/>
            <p:nvPr/>
          </p:nvSpPr>
          <p:spPr>
            <a:xfrm>
              <a:off x="95428" y="2692320"/>
              <a:ext cx="56348" cy="190519"/>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Arial" panose="020B0604020202020204" pitchFamily="34" charset="0"/>
                  <a:ea typeface="Arial" panose="020B0604020202020204" pitchFamily="34" charset="0"/>
                  <a:cs typeface="Times New Roman" panose="02020603050405020304" pitchFamily="18" charset="0"/>
                </a:rPr>
                <a:t> </a:t>
              </a:r>
              <a:endParaRPr lang="en-US" sz="1200" kern="100">
                <a:effectLst/>
                <a:latin typeface="Times New Roman" panose="02020603050405020304" pitchFamily="18" charset="0"/>
                <a:ea typeface="Aptos"/>
                <a:cs typeface="Times New Roman" panose="02020603050405020304" pitchFamily="18" charset="0"/>
              </a:endParaRPr>
            </a:p>
          </p:txBody>
        </p:sp>
        <p:sp>
          <p:nvSpPr>
            <p:cNvPr id="152" name="Rectangle 151">
              <a:extLst>
                <a:ext uri="{FF2B5EF4-FFF2-40B4-BE49-F238E27FC236}">
                  <a16:creationId xmlns:a16="http://schemas.microsoft.com/office/drawing/2014/main" id="{A733992D-D5A3-47BC-B9E1-D58BA1196725}"/>
                </a:ext>
              </a:extLst>
            </p:cNvPr>
            <p:cNvSpPr/>
            <p:nvPr/>
          </p:nvSpPr>
          <p:spPr>
            <a:xfrm>
              <a:off x="138100" y="2667483"/>
              <a:ext cx="50673" cy="224380"/>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pic>
          <p:nvPicPr>
            <p:cNvPr id="153" name="Picture 152">
              <a:extLst>
                <a:ext uri="{FF2B5EF4-FFF2-40B4-BE49-F238E27FC236}">
                  <a16:creationId xmlns:a16="http://schemas.microsoft.com/office/drawing/2014/main" id="{8F75FFCF-C89C-47BE-9298-7825CBA46BAD}"/>
                </a:ext>
              </a:extLst>
            </p:cNvPr>
            <p:cNvPicPr/>
            <p:nvPr/>
          </p:nvPicPr>
          <p:blipFill>
            <a:blip r:embed="rId5"/>
            <a:stretch>
              <a:fillRect/>
            </a:stretch>
          </p:blipFill>
          <p:spPr>
            <a:xfrm>
              <a:off x="95123" y="2835910"/>
              <a:ext cx="56388" cy="225552"/>
            </a:xfrm>
            <a:prstGeom prst="rect">
              <a:avLst/>
            </a:prstGeom>
          </p:spPr>
        </p:pic>
        <p:sp>
          <p:nvSpPr>
            <p:cNvPr id="154" name="Rectangle 153">
              <a:extLst>
                <a:ext uri="{FF2B5EF4-FFF2-40B4-BE49-F238E27FC236}">
                  <a16:creationId xmlns:a16="http://schemas.microsoft.com/office/drawing/2014/main" id="{EA949507-A361-4862-B31F-C70DEEEA6929}"/>
                </a:ext>
              </a:extLst>
            </p:cNvPr>
            <p:cNvSpPr/>
            <p:nvPr/>
          </p:nvSpPr>
          <p:spPr>
            <a:xfrm>
              <a:off x="95428" y="2867580"/>
              <a:ext cx="56348" cy="190519"/>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Arial" panose="020B0604020202020204" pitchFamily="34" charset="0"/>
                  <a:ea typeface="Arial" panose="020B0604020202020204" pitchFamily="34" charset="0"/>
                  <a:cs typeface="Times New Roman" panose="02020603050405020304" pitchFamily="18" charset="0"/>
                </a:rPr>
                <a:t> </a:t>
              </a:r>
              <a:endParaRPr lang="en-US" sz="1200" kern="100">
                <a:effectLst/>
                <a:latin typeface="Times New Roman" panose="02020603050405020304" pitchFamily="18" charset="0"/>
                <a:ea typeface="Aptos"/>
                <a:cs typeface="Times New Roman" panose="02020603050405020304" pitchFamily="18" charset="0"/>
              </a:endParaRPr>
            </a:p>
          </p:txBody>
        </p:sp>
        <p:sp>
          <p:nvSpPr>
            <p:cNvPr id="155" name="Rectangle 154">
              <a:extLst>
                <a:ext uri="{FF2B5EF4-FFF2-40B4-BE49-F238E27FC236}">
                  <a16:creationId xmlns:a16="http://schemas.microsoft.com/office/drawing/2014/main" id="{BDAA3996-DDEC-4A47-88FB-331AD5450E9E}"/>
                </a:ext>
              </a:extLst>
            </p:cNvPr>
            <p:cNvSpPr/>
            <p:nvPr/>
          </p:nvSpPr>
          <p:spPr>
            <a:xfrm>
              <a:off x="138100" y="2842743"/>
              <a:ext cx="50673" cy="224380"/>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pic>
          <p:nvPicPr>
            <p:cNvPr id="156" name="Picture 155">
              <a:extLst>
                <a:ext uri="{FF2B5EF4-FFF2-40B4-BE49-F238E27FC236}">
                  <a16:creationId xmlns:a16="http://schemas.microsoft.com/office/drawing/2014/main" id="{87B68052-9657-4DFA-89BA-D5388F80F770}"/>
                </a:ext>
              </a:extLst>
            </p:cNvPr>
            <p:cNvPicPr/>
            <p:nvPr/>
          </p:nvPicPr>
          <p:blipFill>
            <a:blip r:embed="rId5"/>
            <a:stretch>
              <a:fillRect/>
            </a:stretch>
          </p:blipFill>
          <p:spPr>
            <a:xfrm>
              <a:off x="95123" y="3011170"/>
              <a:ext cx="56388" cy="225552"/>
            </a:xfrm>
            <a:prstGeom prst="rect">
              <a:avLst/>
            </a:prstGeom>
          </p:spPr>
        </p:pic>
        <p:sp>
          <p:nvSpPr>
            <p:cNvPr id="157" name="Rectangle 156">
              <a:extLst>
                <a:ext uri="{FF2B5EF4-FFF2-40B4-BE49-F238E27FC236}">
                  <a16:creationId xmlns:a16="http://schemas.microsoft.com/office/drawing/2014/main" id="{C4319F23-0490-4B89-A2A0-20A2C4333D49}"/>
                </a:ext>
              </a:extLst>
            </p:cNvPr>
            <p:cNvSpPr/>
            <p:nvPr/>
          </p:nvSpPr>
          <p:spPr>
            <a:xfrm>
              <a:off x="95428" y="3042840"/>
              <a:ext cx="56348" cy="190519"/>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Arial" panose="020B0604020202020204" pitchFamily="34" charset="0"/>
                  <a:ea typeface="Arial" panose="020B0604020202020204" pitchFamily="34" charset="0"/>
                  <a:cs typeface="Times New Roman" panose="02020603050405020304" pitchFamily="18" charset="0"/>
                </a:rPr>
                <a:t> </a:t>
              </a:r>
              <a:endParaRPr lang="en-US" sz="1200" kern="100">
                <a:effectLst/>
                <a:latin typeface="Times New Roman" panose="02020603050405020304" pitchFamily="18" charset="0"/>
                <a:ea typeface="Aptos"/>
                <a:cs typeface="Times New Roman" panose="02020603050405020304" pitchFamily="18" charset="0"/>
              </a:endParaRPr>
            </a:p>
          </p:txBody>
        </p:sp>
        <p:sp>
          <p:nvSpPr>
            <p:cNvPr id="158" name="Rectangle 157">
              <a:extLst>
                <a:ext uri="{FF2B5EF4-FFF2-40B4-BE49-F238E27FC236}">
                  <a16:creationId xmlns:a16="http://schemas.microsoft.com/office/drawing/2014/main" id="{09C44BD4-2842-48AE-9C2E-7137146BF8CE}"/>
                </a:ext>
              </a:extLst>
            </p:cNvPr>
            <p:cNvSpPr/>
            <p:nvPr/>
          </p:nvSpPr>
          <p:spPr>
            <a:xfrm>
              <a:off x="138100" y="3018003"/>
              <a:ext cx="50673" cy="224380"/>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pic>
          <p:nvPicPr>
            <p:cNvPr id="159" name="Picture 158">
              <a:extLst>
                <a:ext uri="{FF2B5EF4-FFF2-40B4-BE49-F238E27FC236}">
                  <a16:creationId xmlns:a16="http://schemas.microsoft.com/office/drawing/2014/main" id="{1B7FC858-7000-4F39-89E3-BEC0AEB3D8BB}"/>
                </a:ext>
              </a:extLst>
            </p:cNvPr>
            <p:cNvPicPr/>
            <p:nvPr/>
          </p:nvPicPr>
          <p:blipFill>
            <a:blip r:embed="rId5"/>
            <a:stretch>
              <a:fillRect/>
            </a:stretch>
          </p:blipFill>
          <p:spPr>
            <a:xfrm>
              <a:off x="95123" y="3184906"/>
              <a:ext cx="56388" cy="225552"/>
            </a:xfrm>
            <a:prstGeom prst="rect">
              <a:avLst/>
            </a:prstGeom>
          </p:spPr>
        </p:pic>
        <p:sp>
          <p:nvSpPr>
            <p:cNvPr id="160" name="Rectangle 159">
              <a:extLst>
                <a:ext uri="{FF2B5EF4-FFF2-40B4-BE49-F238E27FC236}">
                  <a16:creationId xmlns:a16="http://schemas.microsoft.com/office/drawing/2014/main" id="{93EA8E8D-57BC-4CAE-BB46-250104CF4C66}"/>
                </a:ext>
              </a:extLst>
            </p:cNvPr>
            <p:cNvSpPr/>
            <p:nvPr/>
          </p:nvSpPr>
          <p:spPr>
            <a:xfrm>
              <a:off x="95428" y="3216576"/>
              <a:ext cx="56348" cy="190519"/>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Arial" panose="020B0604020202020204" pitchFamily="34" charset="0"/>
                  <a:ea typeface="Arial" panose="020B0604020202020204" pitchFamily="34" charset="0"/>
                  <a:cs typeface="Times New Roman" panose="02020603050405020304" pitchFamily="18" charset="0"/>
                </a:rPr>
                <a:t> </a:t>
              </a:r>
              <a:endParaRPr lang="en-US" sz="1200" kern="100">
                <a:effectLst/>
                <a:latin typeface="Times New Roman" panose="02020603050405020304" pitchFamily="18" charset="0"/>
                <a:ea typeface="Aptos"/>
                <a:cs typeface="Times New Roman" panose="02020603050405020304" pitchFamily="18" charset="0"/>
              </a:endParaRPr>
            </a:p>
          </p:txBody>
        </p:sp>
        <p:sp>
          <p:nvSpPr>
            <p:cNvPr id="161" name="Rectangle 160">
              <a:extLst>
                <a:ext uri="{FF2B5EF4-FFF2-40B4-BE49-F238E27FC236}">
                  <a16:creationId xmlns:a16="http://schemas.microsoft.com/office/drawing/2014/main" id="{766078A3-F034-4905-A1AA-B11FC26D053D}"/>
                </a:ext>
              </a:extLst>
            </p:cNvPr>
            <p:cNvSpPr/>
            <p:nvPr/>
          </p:nvSpPr>
          <p:spPr>
            <a:xfrm>
              <a:off x="138100" y="3191739"/>
              <a:ext cx="50673" cy="224380"/>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pic>
          <p:nvPicPr>
            <p:cNvPr id="162" name="Picture 161">
              <a:extLst>
                <a:ext uri="{FF2B5EF4-FFF2-40B4-BE49-F238E27FC236}">
                  <a16:creationId xmlns:a16="http://schemas.microsoft.com/office/drawing/2014/main" id="{8EC2081A-BE25-492D-9489-E5E952BD3751}"/>
                </a:ext>
              </a:extLst>
            </p:cNvPr>
            <p:cNvPicPr/>
            <p:nvPr/>
          </p:nvPicPr>
          <p:blipFill>
            <a:blip r:embed="rId5"/>
            <a:stretch>
              <a:fillRect/>
            </a:stretch>
          </p:blipFill>
          <p:spPr>
            <a:xfrm>
              <a:off x="95123" y="3363214"/>
              <a:ext cx="56388" cy="225552"/>
            </a:xfrm>
            <a:prstGeom prst="rect">
              <a:avLst/>
            </a:prstGeom>
          </p:spPr>
        </p:pic>
        <p:sp>
          <p:nvSpPr>
            <p:cNvPr id="163" name="Rectangle 162">
              <a:extLst>
                <a:ext uri="{FF2B5EF4-FFF2-40B4-BE49-F238E27FC236}">
                  <a16:creationId xmlns:a16="http://schemas.microsoft.com/office/drawing/2014/main" id="{5C451EC6-9584-4DB2-8EF6-5C52AD7BBB67}"/>
                </a:ext>
              </a:extLst>
            </p:cNvPr>
            <p:cNvSpPr/>
            <p:nvPr/>
          </p:nvSpPr>
          <p:spPr>
            <a:xfrm>
              <a:off x="95428" y="3394884"/>
              <a:ext cx="56348" cy="190519"/>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Arial" panose="020B0604020202020204" pitchFamily="34" charset="0"/>
                  <a:ea typeface="Arial" panose="020B0604020202020204" pitchFamily="34" charset="0"/>
                  <a:cs typeface="Times New Roman" panose="02020603050405020304" pitchFamily="18" charset="0"/>
                </a:rPr>
                <a:t> </a:t>
              </a:r>
              <a:endParaRPr lang="en-US" sz="1200" kern="100">
                <a:effectLst/>
                <a:latin typeface="Times New Roman" panose="02020603050405020304" pitchFamily="18" charset="0"/>
                <a:ea typeface="Aptos"/>
                <a:cs typeface="Times New Roman" panose="02020603050405020304" pitchFamily="18" charset="0"/>
              </a:endParaRPr>
            </a:p>
          </p:txBody>
        </p:sp>
        <p:sp>
          <p:nvSpPr>
            <p:cNvPr id="164" name="Rectangle 163">
              <a:extLst>
                <a:ext uri="{FF2B5EF4-FFF2-40B4-BE49-F238E27FC236}">
                  <a16:creationId xmlns:a16="http://schemas.microsoft.com/office/drawing/2014/main" id="{C6F91525-B29E-47B1-9475-454A9B1313A3}"/>
                </a:ext>
              </a:extLst>
            </p:cNvPr>
            <p:cNvSpPr/>
            <p:nvPr/>
          </p:nvSpPr>
          <p:spPr>
            <a:xfrm>
              <a:off x="138100" y="3370047"/>
              <a:ext cx="50673" cy="224380"/>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pic>
          <p:nvPicPr>
            <p:cNvPr id="165" name="Picture 164">
              <a:extLst>
                <a:ext uri="{FF2B5EF4-FFF2-40B4-BE49-F238E27FC236}">
                  <a16:creationId xmlns:a16="http://schemas.microsoft.com/office/drawing/2014/main" id="{8B4B1C5E-240D-40A2-B2B0-B67AE927088F}"/>
                </a:ext>
              </a:extLst>
            </p:cNvPr>
            <p:cNvPicPr/>
            <p:nvPr/>
          </p:nvPicPr>
          <p:blipFill>
            <a:blip r:embed="rId5"/>
            <a:stretch>
              <a:fillRect/>
            </a:stretch>
          </p:blipFill>
          <p:spPr>
            <a:xfrm>
              <a:off x="95123" y="3539998"/>
              <a:ext cx="56388" cy="227076"/>
            </a:xfrm>
            <a:prstGeom prst="rect">
              <a:avLst/>
            </a:prstGeom>
          </p:spPr>
        </p:pic>
        <p:sp>
          <p:nvSpPr>
            <p:cNvPr id="166" name="Rectangle 165">
              <a:extLst>
                <a:ext uri="{FF2B5EF4-FFF2-40B4-BE49-F238E27FC236}">
                  <a16:creationId xmlns:a16="http://schemas.microsoft.com/office/drawing/2014/main" id="{75F41AC8-200E-42E7-B5F8-DB5E6D663133}"/>
                </a:ext>
              </a:extLst>
            </p:cNvPr>
            <p:cNvSpPr/>
            <p:nvPr/>
          </p:nvSpPr>
          <p:spPr>
            <a:xfrm>
              <a:off x="95428" y="3571668"/>
              <a:ext cx="56348" cy="190519"/>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Arial" panose="020B0604020202020204" pitchFamily="34" charset="0"/>
                  <a:ea typeface="Arial" panose="020B0604020202020204" pitchFamily="34" charset="0"/>
                  <a:cs typeface="Times New Roman" panose="02020603050405020304" pitchFamily="18" charset="0"/>
                </a:rPr>
                <a:t> </a:t>
              </a:r>
              <a:endParaRPr lang="en-US" sz="1200" kern="100">
                <a:effectLst/>
                <a:latin typeface="Times New Roman" panose="02020603050405020304" pitchFamily="18" charset="0"/>
                <a:ea typeface="Aptos"/>
                <a:cs typeface="Times New Roman" panose="02020603050405020304" pitchFamily="18" charset="0"/>
              </a:endParaRPr>
            </a:p>
          </p:txBody>
        </p:sp>
        <p:sp>
          <p:nvSpPr>
            <p:cNvPr id="167" name="Rectangle 166">
              <a:extLst>
                <a:ext uri="{FF2B5EF4-FFF2-40B4-BE49-F238E27FC236}">
                  <a16:creationId xmlns:a16="http://schemas.microsoft.com/office/drawing/2014/main" id="{C2BC3BDD-A0AC-4DF4-A0F6-39A95D061E4D}"/>
                </a:ext>
              </a:extLst>
            </p:cNvPr>
            <p:cNvSpPr/>
            <p:nvPr/>
          </p:nvSpPr>
          <p:spPr>
            <a:xfrm>
              <a:off x="138100" y="3546831"/>
              <a:ext cx="50673" cy="224380"/>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grpSp>
      <p:grpSp>
        <p:nvGrpSpPr>
          <p:cNvPr id="168" name="Group 167">
            <a:extLst>
              <a:ext uri="{FF2B5EF4-FFF2-40B4-BE49-F238E27FC236}">
                <a16:creationId xmlns:a16="http://schemas.microsoft.com/office/drawing/2014/main" id="{15B79F77-EAD7-4BD3-A10C-A570660E6504}"/>
              </a:ext>
            </a:extLst>
          </p:cNvPr>
          <p:cNvGrpSpPr/>
          <p:nvPr/>
        </p:nvGrpSpPr>
        <p:grpSpPr>
          <a:xfrm>
            <a:off x="7482899" y="5646849"/>
            <a:ext cx="2295525" cy="647700"/>
            <a:chOff x="0" y="0"/>
            <a:chExt cx="2296160" cy="647700"/>
          </a:xfrm>
        </p:grpSpPr>
        <p:sp>
          <p:nvSpPr>
            <p:cNvPr id="169" name="Shape 33343">
              <a:extLst>
                <a:ext uri="{FF2B5EF4-FFF2-40B4-BE49-F238E27FC236}">
                  <a16:creationId xmlns:a16="http://schemas.microsoft.com/office/drawing/2014/main" id="{9C678C57-7FE8-4238-97A1-0EF18CFF231B}"/>
                </a:ext>
              </a:extLst>
            </p:cNvPr>
            <p:cNvSpPr/>
            <p:nvPr/>
          </p:nvSpPr>
          <p:spPr>
            <a:xfrm>
              <a:off x="0" y="0"/>
              <a:ext cx="2296160" cy="647700"/>
            </a:xfrm>
            <a:custGeom>
              <a:avLst/>
              <a:gdLst/>
              <a:ahLst/>
              <a:cxnLst/>
              <a:rect l="0" t="0" r="0" b="0"/>
              <a:pathLst>
                <a:path w="2296160" h="647700">
                  <a:moveTo>
                    <a:pt x="0" y="0"/>
                  </a:moveTo>
                  <a:lnTo>
                    <a:pt x="2296160" y="0"/>
                  </a:lnTo>
                  <a:lnTo>
                    <a:pt x="2296160" y="647700"/>
                  </a:lnTo>
                  <a:lnTo>
                    <a:pt x="0" y="647700"/>
                  </a:lnTo>
                  <a:lnTo>
                    <a:pt x="0" y="0"/>
                  </a:lnTo>
                </a:path>
              </a:pathLst>
            </a:custGeom>
            <a:ln w="0" cap="flat">
              <a:miter lim="127000"/>
            </a:ln>
          </p:spPr>
          <p:style>
            <a:lnRef idx="0">
              <a:srgbClr val="000000">
                <a:alpha val="0"/>
              </a:srgbClr>
            </a:lnRef>
            <a:fillRef idx="1">
              <a:srgbClr val="E6E6E6"/>
            </a:fillRef>
            <a:effectRef idx="0">
              <a:scrgbClr r="0" g="0" b="0"/>
            </a:effectRef>
            <a:fontRef idx="none"/>
          </p:style>
          <p:txBody>
            <a:bodyPr/>
            <a:lstStyle/>
            <a:p>
              <a:endParaRPr lang="en-US"/>
            </a:p>
          </p:txBody>
        </p:sp>
        <p:pic>
          <p:nvPicPr>
            <p:cNvPr id="170" name="Picture 169">
              <a:extLst>
                <a:ext uri="{FF2B5EF4-FFF2-40B4-BE49-F238E27FC236}">
                  <a16:creationId xmlns:a16="http://schemas.microsoft.com/office/drawing/2014/main" id="{857D9D76-189A-462A-B256-0A3F7C78DF82}"/>
                </a:ext>
              </a:extLst>
            </p:cNvPr>
            <p:cNvPicPr/>
            <p:nvPr/>
          </p:nvPicPr>
          <p:blipFill>
            <a:blip r:embed="rId8"/>
            <a:stretch>
              <a:fillRect/>
            </a:stretch>
          </p:blipFill>
          <p:spPr>
            <a:xfrm>
              <a:off x="104648" y="70485"/>
              <a:ext cx="1488948" cy="224028"/>
            </a:xfrm>
            <a:prstGeom prst="rect">
              <a:avLst/>
            </a:prstGeom>
          </p:spPr>
        </p:pic>
        <p:sp>
          <p:nvSpPr>
            <p:cNvPr id="171" name="Rectangle 170">
              <a:extLst>
                <a:ext uri="{FF2B5EF4-FFF2-40B4-BE49-F238E27FC236}">
                  <a16:creationId xmlns:a16="http://schemas.microsoft.com/office/drawing/2014/main" id="{5085D1EC-30CB-48DB-B0D1-F728D73DBBD4}"/>
                </a:ext>
              </a:extLst>
            </p:cNvPr>
            <p:cNvSpPr/>
            <p:nvPr/>
          </p:nvSpPr>
          <p:spPr>
            <a:xfrm>
              <a:off x="105537" y="110275"/>
              <a:ext cx="1463437" cy="181116"/>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b="1" kern="100" dirty="0">
                  <a:effectLst/>
                  <a:latin typeface="Times New Roman" panose="02020603050405020304" pitchFamily="18" charset="0"/>
                  <a:ea typeface="Times New Roman" panose="02020603050405020304" pitchFamily="18" charset="0"/>
                  <a:cs typeface="Times New Roman" panose="02020603050405020304" pitchFamily="18" charset="0"/>
                </a:rPr>
                <a:t>Marks Awarded:</a:t>
              </a:r>
              <a:endParaRPr lang="en-US" sz="1200" kern="100" dirty="0">
                <a:effectLst/>
                <a:latin typeface="Times New Roman" panose="02020603050405020304" pitchFamily="18" charset="0"/>
                <a:ea typeface="Aptos"/>
                <a:cs typeface="Times New Roman" panose="02020603050405020304" pitchFamily="18" charset="0"/>
              </a:endParaRPr>
            </a:p>
          </p:txBody>
        </p:sp>
        <p:sp>
          <p:nvSpPr>
            <p:cNvPr id="172" name="Rectangle 171">
              <a:extLst>
                <a:ext uri="{FF2B5EF4-FFF2-40B4-BE49-F238E27FC236}">
                  <a16:creationId xmlns:a16="http://schemas.microsoft.com/office/drawing/2014/main" id="{FEE79276-5543-4613-A42F-EF4FAD1DDBB3}"/>
                </a:ext>
              </a:extLst>
            </p:cNvPr>
            <p:cNvSpPr/>
            <p:nvPr/>
          </p:nvSpPr>
          <p:spPr>
            <a:xfrm>
              <a:off x="1207770" y="77698"/>
              <a:ext cx="50673" cy="224380"/>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pic>
          <p:nvPicPr>
            <p:cNvPr id="173" name="Picture 172">
              <a:extLst>
                <a:ext uri="{FF2B5EF4-FFF2-40B4-BE49-F238E27FC236}">
                  <a16:creationId xmlns:a16="http://schemas.microsoft.com/office/drawing/2014/main" id="{3C7DAFD1-929E-4A7E-BD0E-643D38C4B440}"/>
                </a:ext>
              </a:extLst>
            </p:cNvPr>
            <p:cNvPicPr/>
            <p:nvPr/>
          </p:nvPicPr>
          <p:blipFill>
            <a:blip r:embed="rId2"/>
            <a:stretch>
              <a:fillRect/>
            </a:stretch>
          </p:blipFill>
          <p:spPr>
            <a:xfrm>
              <a:off x="1226312" y="70485"/>
              <a:ext cx="50292" cy="224028"/>
            </a:xfrm>
            <a:prstGeom prst="rect">
              <a:avLst/>
            </a:prstGeom>
          </p:spPr>
        </p:pic>
        <p:sp>
          <p:nvSpPr>
            <p:cNvPr id="174" name="Rectangle 173">
              <a:extLst>
                <a:ext uri="{FF2B5EF4-FFF2-40B4-BE49-F238E27FC236}">
                  <a16:creationId xmlns:a16="http://schemas.microsoft.com/office/drawing/2014/main" id="{9DDB5673-65E4-4207-8AF8-43554A13D3F2}"/>
                </a:ext>
              </a:extLst>
            </p:cNvPr>
            <p:cNvSpPr/>
            <p:nvPr/>
          </p:nvSpPr>
          <p:spPr>
            <a:xfrm>
              <a:off x="1227582" y="110275"/>
              <a:ext cx="50673" cy="181116"/>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b="1" kern="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200" kern="100">
                <a:effectLst/>
                <a:latin typeface="Times New Roman" panose="02020603050405020304" pitchFamily="18" charset="0"/>
                <a:ea typeface="Aptos"/>
                <a:cs typeface="Times New Roman" panose="02020603050405020304" pitchFamily="18" charset="0"/>
              </a:endParaRPr>
            </a:p>
          </p:txBody>
        </p:sp>
        <p:sp>
          <p:nvSpPr>
            <p:cNvPr id="175" name="Rectangle 174">
              <a:extLst>
                <a:ext uri="{FF2B5EF4-FFF2-40B4-BE49-F238E27FC236}">
                  <a16:creationId xmlns:a16="http://schemas.microsoft.com/office/drawing/2014/main" id="{58DB8086-295F-4231-AB72-6B0CC8DE6AFB}"/>
                </a:ext>
              </a:extLst>
            </p:cNvPr>
            <p:cNvSpPr/>
            <p:nvPr/>
          </p:nvSpPr>
          <p:spPr>
            <a:xfrm>
              <a:off x="1265682" y="77698"/>
              <a:ext cx="50673" cy="224380"/>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pic>
          <p:nvPicPr>
            <p:cNvPr id="176" name="Picture 175">
              <a:extLst>
                <a:ext uri="{FF2B5EF4-FFF2-40B4-BE49-F238E27FC236}">
                  <a16:creationId xmlns:a16="http://schemas.microsoft.com/office/drawing/2014/main" id="{77C5C984-6C62-4158-B7CA-B4E90C1B6147}"/>
                </a:ext>
              </a:extLst>
            </p:cNvPr>
            <p:cNvPicPr/>
            <p:nvPr/>
          </p:nvPicPr>
          <p:blipFill>
            <a:blip r:embed="rId9"/>
            <a:stretch>
              <a:fillRect/>
            </a:stretch>
          </p:blipFill>
          <p:spPr>
            <a:xfrm>
              <a:off x="1477772" y="70485"/>
              <a:ext cx="48768" cy="224028"/>
            </a:xfrm>
            <a:prstGeom prst="rect">
              <a:avLst/>
            </a:prstGeom>
          </p:spPr>
        </p:pic>
        <p:sp>
          <p:nvSpPr>
            <p:cNvPr id="177" name="Rectangle 176">
              <a:extLst>
                <a:ext uri="{FF2B5EF4-FFF2-40B4-BE49-F238E27FC236}">
                  <a16:creationId xmlns:a16="http://schemas.microsoft.com/office/drawing/2014/main" id="{AE2BC955-5D0C-4FDC-A58B-C301CC09BF4D}"/>
                </a:ext>
              </a:extLst>
            </p:cNvPr>
            <p:cNvSpPr/>
            <p:nvPr/>
          </p:nvSpPr>
          <p:spPr>
            <a:xfrm>
              <a:off x="1479042" y="110275"/>
              <a:ext cx="50673" cy="181116"/>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b="1" kern="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200" kern="100">
                <a:effectLst/>
                <a:latin typeface="Times New Roman" panose="02020603050405020304" pitchFamily="18" charset="0"/>
                <a:ea typeface="Aptos"/>
                <a:cs typeface="Times New Roman" panose="02020603050405020304" pitchFamily="18" charset="0"/>
              </a:endParaRPr>
            </a:p>
          </p:txBody>
        </p:sp>
        <p:sp>
          <p:nvSpPr>
            <p:cNvPr id="178" name="Rectangle 177">
              <a:extLst>
                <a:ext uri="{FF2B5EF4-FFF2-40B4-BE49-F238E27FC236}">
                  <a16:creationId xmlns:a16="http://schemas.microsoft.com/office/drawing/2014/main" id="{AA5CA333-E5C5-4EF6-91BD-53867D04749C}"/>
                </a:ext>
              </a:extLst>
            </p:cNvPr>
            <p:cNvSpPr/>
            <p:nvPr/>
          </p:nvSpPr>
          <p:spPr>
            <a:xfrm>
              <a:off x="1517142" y="77698"/>
              <a:ext cx="50673" cy="224380"/>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sp>
          <p:nvSpPr>
            <p:cNvPr id="179" name="Rectangle 178">
              <a:extLst>
                <a:ext uri="{FF2B5EF4-FFF2-40B4-BE49-F238E27FC236}">
                  <a16:creationId xmlns:a16="http://schemas.microsoft.com/office/drawing/2014/main" id="{738166EE-C7F0-41C7-9A39-4E45948BB402}"/>
                </a:ext>
              </a:extLst>
            </p:cNvPr>
            <p:cNvSpPr/>
            <p:nvPr/>
          </p:nvSpPr>
          <p:spPr>
            <a:xfrm>
              <a:off x="148209" y="249910"/>
              <a:ext cx="50673" cy="224381"/>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sp>
          <p:nvSpPr>
            <p:cNvPr id="180" name="Rectangle 179">
              <a:extLst>
                <a:ext uri="{FF2B5EF4-FFF2-40B4-BE49-F238E27FC236}">
                  <a16:creationId xmlns:a16="http://schemas.microsoft.com/office/drawing/2014/main" id="{0EE9FAE3-2546-47AE-819E-90DC6186C11A}"/>
                </a:ext>
              </a:extLst>
            </p:cNvPr>
            <p:cNvSpPr/>
            <p:nvPr/>
          </p:nvSpPr>
          <p:spPr>
            <a:xfrm>
              <a:off x="148209" y="425171"/>
              <a:ext cx="50673" cy="224379"/>
            </a:xfrm>
            <a:prstGeom prst="rect">
              <a:avLst/>
            </a:prstGeom>
            <a:ln>
              <a:noFill/>
            </a:ln>
          </p:spPr>
          <p:txBody>
            <a:bodyPr vert="horz" lIns="0" tIns="0" rIns="0" bIns="0" rtlCol="0">
              <a:noAutofit/>
            </a:bodyPr>
            <a:lstStyle/>
            <a:p>
              <a:pPr marL="0" marR="0">
                <a:lnSpc>
                  <a:spcPct val="107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grpSp>
      <p:sp>
        <p:nvSpPr>
          <p:cNvPr id="181" name="Rectangle 227">
            <a:extLst>
              <a:ext uri="{FF2B5EF4-FFF2-40B4-BE49-F238E27FC236}">
                <a16:creationId xmlns:a16="http://schemas.microsoft.com/office/drawing/2014/main" id="{9650405E-65EC-44C8-9E57-7B59C8FE4E2A}"/>
              </a:ext>
            </a:extLst>
          </p:cNvPr>
          <p:cNvSpPr>
            <a:spLocks noChangeArrowheads="1"/>
          </p:cNvSpPr>
          <p:nvPr/>
        </p:nvSpPr>
        <p:spPr bwMode="auto">
          <a:xfrm>
            <a:off x="851771" y="699540"/>
            <a:ext cx="907215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INTERNATIONAL COLLEGE OF BUSINESS &amp; TECHNOLOGY </a:t>
            </a:r>
            <a:r>
              <a:rPr kumimoji="0" lang="en-US" altLang="en-US" sz="1200" b="0" i="0" u="none" strike="noStrike" cap="none" normalizeH="0" baseline="0" dirty="0">
                <a:ln>
                  <a:noFill/>
                </a:ln>
                <a:solidFill>
                  <a:schemeClr val="tx1"/>
                </a:solidFill>
                <a:effectLst/>
                <a:latin typeface="Times New Roman" panose="02020603050405020304" pitchFamily="18" charset="0"/>
                <a:ea typeface="Aptos" charset="0"/>
                <a:cs typeface="Times New Roman" panose="02020603050405020304" pitchFamily="18" charset="0"/>
              </a:rPr>
              <a:t> </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Aptos" charset="0"/>
                <a:cs typeface="Times New Roman" panose="02020603050405020304" pitchFamily="18" charset="0"/>
              </a:rPr>
              <a:t>  </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Module:  </a:t>
            </a:r>
            <a:r>
              <a:rPr kumimoji="0" lang="en-US" altLang="en-US" sz="1200" b="0" i="0" u="none" strike="noStrike" cap="none" normalizeH="0" baseline="0" dirty="0">
                <a:ln>
                  <a:noFill/>
                </a:ln>
                <a:solidFill>
                  <a:schemeClr val="tx1"/>
                </a:solidFill>
                <a:effectLst/>
                <a:latin typeface="Times New Roman" panose="02020603050405020304" pitchFamily="18" charset="0"/>
                <a:ea typeface="Aptos" charset="0"/>
                <a:cs typeface="Times New Roman" panose="02020603050405020304" pitchFamily="18" charset="0"/>
              </a:rPr>
              <a:t>Professional Practice</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kumimoji="0" lang="en-US" altLang="en-US" sz="12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Student:</a:t>
            </a:r>
            <a:r>
              <a:rPr lang="en-US" sz="1200" dirty="0">
                <a:latin typeface="Times New Roman" panose="02020603050405020304" pitchFamily="18" charset="0"/>
                <a:cs typeface="Times New Roman" panose="02020603050405020304" pitchFamily="18" charset="0"/>
              </a:rPr>
              <a:t> Randyn Shalinka Mario </a:t>
            </a:r>
            <a:r>
              <a:rPr lang="en-US" sz="1200" dirty="0" err="1">
                <a:latin typeface="Times New Roman" panose="02020603050405020304" pitchFamily="18" charset="0"/>
                <a:cs typeface="Times New Roman" panose="02020603050405020304" pitchFamily="18" charset="0"/>
              </a:rPr>
              <a:t>Uyanage</a:t>
            </a:r>
            <a:endParaRPr lang="en-US" sz="12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kumimoji="0" lang="en-US" altLang="en-US" sz="1200" b="1" i="0" u="none" strike="noStrike" cap="none" normalizeH="0" baseline="0" dirty="0">
                <a:ln>
                  <a:noFill/>
                </a:ln>
                <a:solidFill>
                  <a:schemeClr val="tx1"/>
                </a:solidFill>
                <a:effectLst/>
                <a:latin typeface="Times New Roman" panose="02020603050405020304" pitchFamily="18" charset="0"/>
                <a:ea typeface="Aptos" charset="0"/>
                <a:cs typeface="Times New Roman" panose="02020603050405020304" pitchFamily="18" charset="0"/>
              </a:rPr>
              <a:t>Assessor</a:t>
            </a:r>
            <a:r>
              <a:rPr kumimoji="0" lang="en-US" altLang="en-US" sz="12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Mr. Priyanga</a:t>
            </a:r>
            <a:r>
              <a:rPr kumimoji="0" lang="en-US" altLang="en-US" sz="12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0" u="none" strike="noStrike" cap="none" normalizeH="0" baseline="0" dirty="0">
                <a:ln>
                  <a:noFill/>
                </a:ln>
                <a:solidFill>
                  <a:schemeClr val="tx1"/>
                </a:solidFill>
                <a:effectLst/>
                <a:latin typeface="Times New Roman" panose="02020603050405020304" pitchFamily="18" charset="0"/>
                <a:ea typeface="Aptos" charset="0"/>
                <a:cs typeface="Times New Roman" panose="02020603050405020304" pitchFamily="18" charset="0"/>
              </a:rPr>
              <a:t> </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Assignment:  </a:t>
            </a:r>
            <a:r>
              <a:rPr kumimoji="0" lang="en-US" altLang="en-US" sz="1200" b="0" i="0" u="none" strike="noStrike" cap="none" normalizeH="0" baseline="0" dirty="0">
                <a:ln>
                  <a:noFill/>
                </a:ln>
                <a:solidFill>
                  <a:schemeClr val="tx1"/>
                </a:solidFill>
                <a:effectLst/>
                <a:latin typeface="Times New Roman" panose="02020603050405020304" pitchFamily="18" charset="0"/>
                <a:ea typeface="Aptos" charset="0"/>
                <a:cs typeface="Times New Roman" panose="02020603050405020304" pitchFamily="18" charset="0"/>
              </a:rPr>
              <a:t>Ethical, legal, and social issues arising from the use of emerging technology in all sorts of development projects/organizations</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
        <p:nvSpPr>
          <p:cNvPr id="182" name="Rectangle 273">
            <a:extLst>
              <a:ext uri="{FF2B5EF4-FFF2-40B4-BE49-F238E27FC236}">
                <a16:creationId xmlns:a16="http://schemas.microsoft.com/office/drawing/2014/main" id="{F17136FA-28F5-40C3-A4FB-1516205578A3}"/>
              </a:ext>
            </a:extLst>
          </p:cNvPr>
          <p:cNvSpPr>
            <a:spLocks noChangeArrowheads="1"/>
          </p:cNvSpPr>
          <p:nvPr/>
        </p:nvSpPr>
        <p:spPr bwMode="auto">
          <a:xfrm>
            <a:off x="4953000" y="78184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rPr>
              <a:t> </a:t>
            </a:r>
            <a:r>
              <a:rPr kumimoji="0" lang="en-US" altLang="en-US" sz="1200" b="0" i="0" u="none" strike="noStrike" cap="none" normalizeH="0" baseline="0">
                <a:ln>
                  <a:noFill/>
                </a:ln>
                <a:solidFill>
                  <a:schemeClr val="tx1"/>
                </a:solidFill>
                <a:effectLst/>
                <a:latin typeface="Arial" panose="020B0604020202020204" pitchFamily="34" charset="0"/>
                <a:ea typeface="Aptos" charset="0"/>
                <a:cs typeface="Times New Roman" panose="02020603050405020304" pitchFamily="18" charset="0"/>
              </a:rPr>
              <a:t> </a:t>
            </a:r>
            <a:endParaRPr kumimoji="0" lang="en-US" altLang="en-US" sz="800" b="0" i="0" u="none" strike="noStrike" cap="none" normalizeH="0" baseline="0">
              <a:ln>
                <a:noFill/>
              </a:ln>
              <a:solidFill>
                <a:schemeClr val="tx1"/>
              </a:solidFill>
              <a:effectLst/>
              <a:latin typeface="Arial" panose="020B0604020202020204" pitchFamily="34" charset="0"/>
            </a:endParaRPr>
          </a:p>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rPr>
              <a:t> </a:t>
            </a:r>
            <a:r>
              <a:rPr kumimoji="0" lang="en-US" altLang="en-US" sz="1200" b="0" i="0" u="none" strike="noStrike" cap="none" normalizeH="0" baseline="0">
                <a:ln>
                  <a:noFill/>
                </a:ln>
                <a:solidFill>
                  <a:schemeClr val="tx1"/>
                </a:solidFill>
                <a:effectLst/>
                <a:latin typeface="Arial" panose="020B0604020202020204" pitchFamily="34" charset="0"/>
                <a:ea typeface="Aptos" charset="0"/>
                <a:cs typeface="Times New Roman" panose="02020603050405020304" pitchFamily="18" charset="0"/>
              </a:rPr>
              <a:t> </a:t>
            </a:r>
            <a:endParaRPr kumimoji="0" lang="en-US" altLang="en-US" sz="800" b="0" i="0" u="none" strike="noStrike" cap="none" normalizeH="0" baseline="0">
              <a:ln>
                <a:noFill/>
              </a:ln>
              <a:solidFill>
                <a:schemeClr val="tx1"/>
              </a:solidFill>
              <a:effectLst/>
              <a:latin typeface="Arial" panose="020B0604020202020204" pitchFamily="34" charset="0"/>
            </a:endParaRPr>
          </a:p>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rPr>
              <a:t> </a:t>
            </a:r>
            <a:r>
              <a:rPr kumimoji="0" lang="en-US" altLang="en-US" sz="1200" b="0" i="0" u="none" strike="noStrike" cap="none" normalizeH="0" baseline="0">
                <a:ln>
                  <a:noFill/>
                </a:ln>
                <a:solidFill>
                  <a:schemeClr val="tx1"/>
                </a:solidFill>
                <a:effectLst/>
                <a:latin typeface="Arial" panose="020B0604020202020204" pitchFamily="34" charset="0"/>
                <a:ea typeface="Aptos"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3" name="Rectangle 282">
            <a:extLst>
              <a:ext uri="{FF2B5EF4-FFF2-40B4-BE49-F238E27FC236}">
                <a16:creationId xmlns:a16="http://schemas.microsoft.com/office/drawing/2014/main" id="{75C9F1EA-6CF6-4552-9A82-B1C049EF5B0E}"/>
              </a:ext>
            </a:extLst>
          </p:cNvPr>
          <p:cNvSpPr>
            <a:spLocks noChangeArrowheads="1"/>
          </p:cNvSpPr>
          <p:nvPr/>
        </p:nvSpPr>
        <p:spPr bwMode="auto">
          <a:xfrm>
            <a:off x="4953000" y="82756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rPr>
              <a:t> </a:t>
            </a:r>
            <a:r>
              <a:rPr kumimoji="0" lang="en-US" altLang="en-US" sz="1200" b="0" i="0" u="none" strike="noStrike" cap="none" normalizeH="0" baseline="0">
                <a:ln>
                  <a:noFill/>
                </a:ln>
                <a:solidFill>
                  <a:schemeClr val="tx1"/>
                </a:solidFill>
                <a:effectLst/>
                <a:latin typeface="Arial" panose="020B0604020202020204" pitchFamily="34" charset="0"/>
                <a:ea typeface="Aptos"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4" name="Text Box 132">
            <a:extLst>
              <a:ext uri="{FF2B5EF4-FFF2-40B4-BE49-F238E27FC236}">
                <a16:creationId xmlns:a16="http://schemas.microsoft.com/office/drawing/2014/main" id="{4A5762D0-04B5-45D0-A649-C0660216FC08}"/>
              </a:ext>
            </a:extLst>
          </p:cNvPr>
          <p:cNvSpPr txBox="1"/>
          <p:nvPr/>
        </p:nvSpPr>
        <p:spPr>
          <a:xfrm>
            <a:off x="1112520" y="3286125"/>
            <a:ext cx="5434965" cy="159194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50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sp>
        <p:nvSpPr>
          <p:cNvPr id="185" name="Text Box 131">
            <a:extLst>
              <a:ext uri="{FF2B5EF4-FFF2-40B4-BE49-F238E27FC236}">
                <a16:creationId xmlns:a16="http://schemas.microsoft.com/office/drawing/2014/main" id="{097FB729-6BA6-4D52-BC65-DBB810D21F5D}"/>
              </a:ext>
            </a:extLst>
          </p:cNvPr>
          <p:cNvSpPr txBox="1"/>
          <p:nvPr/>
        </p:nvSpPr>
        <p:spPr>
          <a:xfrm>
            <a:off x="1118870" y="5671820"/>
            <a:ext cx="5427980" cy="149606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50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sp>
        <p:nvSpPr>
          <p:cNvPr id="186" name="Text Box 130">
            <a:extLst>
              <a:ext uri="{FF2B5EF4-FFF2-40B4-BE49-F238E27FC236}">
                <a16:creationId xmlns:a16="http://schemas.microsoft.com/office/drawing/2014/main" id="{8C93491A-BD2F-4007-86E8-EB7936DA5DA2}"/>
              </a:ext>
            </a:extLst>
          </p:cNvPr>
          <p:cNvSpPr txBox="1"/>
          <p:nvPr/>
        </p:nvSpPr>
        <p:spPr>
          <a:xfrm>
            <a:off x="5837555" y="8088630"/>
            <a:ext cx="1061085" cy="55626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50000"/>
              </a:lnSpc>
              <a:spcBef>
                <a:spcPts val="0"/>
              </a:spcBef>
              <a:spcAft>
                <a:spcPts val="800"/>
              </a:spcAft>
            </a:pPr>
            <a:r>
              <a:rPr lang="en-US" sz="1200" kern="100">
                <a:effectLst/>
                <a:latin typeface="Times New Roman" panose="02020603050405020304" pitchFamily="18" charset="0"/>
                <a:ea typeface="Aptos"/>
                <a:cs typeface="Times New Roman" panose="02020603050405020304" pitchFamily="18" charset="0"/>
              </a:rPr>
              <a:t> </a:t>
            </a:r>
          </a:p>
        </p:txBody>
      </p:sp>
      <p:sp>
        <p:nvSpPr>
          <p:cNvPr id="187" name="Rectangle 286">
            <a:extLst>
              <a:ext uri="{FF2B5EF4-FFF2-40B4-BE49-F238E27FC236}">
                <a16:creationId xmlns:a16="http://schemas.microsoft.com/office/drawing/2014/main" id="{F9F3A6C6-44FD-4826-9F0B-7FAB97D2F94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52352" rIns="0" bIns="0" numCol="1" anchor="ctr" anchorCtr="0" compatLnSpc="1">
            <a:prstTxWarp prst="textNoShape">
              <a:avLst/>
            </a:prstTxWarp>
            <a:spAutoFit/>
          </a:bodyPr>
          <a:lstStyle/>
          <a:p>
            <a:endParaRPr lang="en-US"/>
          </a:p>
        </p:txBody>
      </p:sp>
      <p:sp>
        <p:nvSpPr>
          <p:cNvPr id="188" name="Rectangle 287">
            <a:extLst>
              <a:ext uri="{FF2B5EF4-FFF2-40B4-BE49-F238E27FC236}">
                <a16:creationId xmlns:a16="http://schemas.microsoft.com/office/drawing/2014/main" id="{0CC6EC20-1427-4DD4-BA81-F2057D739C84}"/>
              </a:ext>
            </a:extLst>
          </p:cNvPr>
          <p:cNvSpPr>
            <a:spLocks noChangeArrowheads="1"/>
          </p:cNvSpPr>
          <p:nvPr/>
        </p:nvSpPr>
        <p:spPr bwMode="auto">
          <a:xfrm>
            <a:off x="0" y="914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89" name="Rectangle 288">
            <a:extLst>
              <a:ext uri="{FF2B5EF4-FFF2-40B4-BE49-F238E27FC236}">
                <a16:creationId xmlns:a16="http://schemas.microsoft.com/office/drawing/2014/main" id="{82D73E05-913D-473E-B0EB-5876E0AD7F1B}"/>
              </a:ext>
            </a:extLst>
          </p:cNvPr>
          <p:cNvSpPr>
            <a:spLocks noChangeArrowheads="1"/>
          </p:cNvSpPr>
          <p:nvPr/>
        </p:nvSpPr>
        <p:spPr bwMode="auto">
          <a:xfrm>
            <a:off x="908061" y="150809"/>
            <a:ext cx="2716307" cy="70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52352"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bmk="_Toc213496621">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Feedback Form</a:t>
            </a:r>
            <a:r>
              <a:rPr kumimoji="0" lang="en-US" altLang="en-US" b="1"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8539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203FD70A-7C78-D9EF-63D1-067C7E6F6A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0550" y="197806"/>
            <a:ext cx="11010900" cy="6660194"/>
          </a:xfrm>
          <a:prstGeom prst="rect">
            <a:avLst/>
          </a:prstGeom>
        </p:spPr>
      </p:pic>
    </p:spTree>
    <p:extLst>
      <p:ext uri="{BB962C8B-B14F-4D97-AF65-F5344CB8AC3E}">
        <p14:creationId xmlns:p14="http://schemas.microsoft.com/office/powerpoint/2010/main" val="3336963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E7D43-58BE-4E21-88C5-034215ED9A4F}"/>
              </a:ext>
            </a:extLst>
          </p:cNvPr>
          <p:cNvSpPr>
            <a:spLocks noGrp="1"/>
          </p:cNvSpPr>
          <p:nvPr>
            <p:ph type="title"/>
          </p:nvPr>
        </p:nvSpPr>
        <p:spPr>
          <a:xfrm>
            <a:off x="838200" y="347540"/>
            <a:ext cx="10515600" cy="1325563"/>
          </a:xfrm>
        </p:spPr>
        <p:txBody>
          <a:bodyPr>
            <a:normAutofit/>
          </a:bodyPr>
          <a:lstStyle/>
          <a:p>
            <a:r>
              <a:rPr lang="en-US" sz="2800" b="1" dirty="0">
                <a:latin typeface="Times New Roman" panose="02020603050405020304" pitchFamily="18" charset="0"/>
                <a:cs typeface="Times New Roman" panose="02020603050405020304" pitchFamily="18" charset="0"/>
              </a:rPr>
              <a:t>Acknowledgement</a:t>
            </a:r>
          </a:p>
        </p:txBody>
      </p:sp>
      <p:sp>
        <p:nvSpPr>
          <p:cNvPr id="3" name="Content Placeholder 2">
            <a:extLst>
              <a:ext uri="{FF2B5EF4-FFF2-40B4-BE49-F238E27FC236}">
                <a16:creationId xmlns:a16="http://schemas.microsoft.com/office/drawing/2014/main" id="{806F1EB2-CCA6-48C7-8FBB-9EA90698DEB6}"/>
              </a:ext>
            </a:extLst>
          </p:cNvPr>
          <p:cNvSpPr>
            <a:spLocks noGrp="1"/>
          </p:cNvSpPr>
          <p:nvPr>
            <p:ph idx="1"/>
          </p:nvPr>
        </p:nvSpPr>
        <p:spPr>
          <a:xfrm>
            <a:off x="838200" y="1758949"/>
            <a:ext cx="10515600" cy="2570529"/>
          </a:xfrm>
        </p:spPr>
        <p:txBody>
          <a:bodyPr>
            <a:normAutofit/>
          </a:bodyPr>
          <a:lstStyle/>
          <a:p>
            <a:pPr marL="0" indent="0">
              <a:lnSpc>
                <a:spcPct val="150000"/>
              </a:lnSpc>
              <a:buNone/>
            </a:pPr>
            <a:r>
              <a:rPr lang="en-US" sz="2000" dirty="0">
                <a:latin typeface="Times New Roman" panose="02020603050405020304" pitchFamily="18" charset="0"/>
                <a:cs typeface="Times New Roman" panose="02020603050405020304" pitchFamily="18" charset="0"/>
              </a:rPr>
              <a:t>I would also wish to thank Mr.Priyanga whose guidance, support, and constructive criticisms helped in the successful completion of this work to the best of my knowledge. His teaching passion and devotion to serve the students has been an inspiration. I also wish to say my thanks to everyone who helped or assisted me, offered important point of view or helped by providing necessary materials during the process of the document creation.</a:t>
            </a:r>
          </a:p>
        </p:txBody>
      </p:sp>
    </p:spTree>
    <p:extLst>
      <p:ext uri="{BB962C8B-B14F-4D97-AF65-F5344CB8AC3E}">
        <p14:creationId xmlns:p14="http://schemas.microsoft.com/office/powerpoint/2010/main" val="4145879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8ABD2-7973-485D-96E6-34AD6B6702A9}"/>
              </a:ext>
            </a:extLst>
          </p:cNvPr>
          <p:cNvSpPr>
            <a:spLocks noGrp="1"/>
          </p:cNvSpPr>
          <p:nvPr>
            <p:ph type="title"/>
          </p:nvPr>
        </p:nvSpPr>
        <p:spPr/>
        <p:txBody>
          <a:bodyPr>
            <a:normAutofit/>
          </a:bodyPr>
          <a:lstStyle/>
          <a:p>
            <a:r>
              <a:rPr lang="en-US" sz="2800" b="1" dirty="0">
                <a:latin typeface="Times New Roman" panose="02020603050405020304" pitchFamily="18" charset="0"/>
                <a:cs typeface="Times New Roman" panose="02020603050405020304" pitchFamily="18" charset="0"/>
              </a:rPr>
              <a:t>Executive Summary</a:t>
            </a:r>
          </a:p>
        </p:txBody>
      </p:sp>
      <p:sp>
        <p:nvSpPr>
          <p:cNvPr id="3" name="Content Placeholder 2">
            <a:extLst>
              <a:ext uri="{FF2B5EF4-FFF2-40B4-BE49-F238E27FC236}">
                <a16:creationId xmlns:a16="http://schemas.microsoft.com/office/drawing/2014/main" id="{2CD14B39-7EE7-4A4B-A3F1-49608249DF82}"/>
              </a:ext>
            </a:extLst>
          </p:cNvPr>
          <p:cNvSpPr>
            <a:spLocks noGrp="1"/>
          </p:cNvSpPr>
          <p:nvPr>
            <p:ph idx="1"/>
          </p:nvPr>
        </p:nvSpPr>
        <p:spPr>
          <a:xfrm>
            <a:off x="663819" y="1690688"/>
            <a:ext cx="10864362" cy="2790337"/>
          </a:xfrm>
        </p:spPr>
        <p:txBody>
          <a:bodyPr>
            <a:normAutofit/>
          </a:bodyPr>
          <a:lstStyle/>
          <a:p>
            <a:pPr marL="0" indent="0">
              <a:lnSpc>
                <a:spcPct val="150000"/>
              </a:lnSpc>
              <a:buNone/>
            </a:pPr>
            <a:r>
              <a:rPr lang="en-US" sz="2000" dirty="0">
                <a:latin typeface="Times New Roman" panose="02020603050405020304" pitchFamily="18" charset="0"/>
                <a:cs typeface="Times New Roman" panose="02020603050405020304" pitchFamily="18" charset="0"/>
              </a:rPr>
              <a:t>This paper summarizes the most important concepts, findings, and objectives of the given topic. It contains a summary of the key issues that were discussed at length throughout the report giving a clear idea of the purpose, the method used and results. The abstract shows the significance of the topic, its topicality in the scholarly setting, and the conclusions of the analysis. This brief part acts as a summary to the reader who may want to have a general outlook on the project.</a:t>
            </a:r>
          </a:p>
        </p:txBody>
      </p:sp>
    </p:spTree>
    <p:extLst>
      <p:ext uri="{BB962C8B-B14F-4D97-AF65-F5344CB8AC3E}">
        <p14:creationId xmlns:p14="http://schemas.microsoft.com/office/powerpoint/2010/main" val="2553459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FEACB-7E45-4ECA-8CE6-BDF99BAFE6C4}"/>
              </a:ext>
            </a:extLst>
          </p:cNvPr>
          <p:cNvSpPr>
            <a:spLocks noGrp="1"/>
          </p:cNvSpPr>
          <p:nvPr>
            <p:ph type="title"/>
          </p:nvPr>
        </p:nvSpPr>
        <p:spPr/>
        <p:txBody>
          <a:bodyPr>
            <a:normAutofit/>
          </a:bodyPr>
          <a:lstStyle/>
          <a:p>
            <a:r>
              <a:rPr lang="en-US" sz="2800"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9C56AF0D-4C27-4193-B817-3CC20FA02DAF}"/>
              </a:ext>
            </a:extLst>
          </p:cNvPr>
          <p:cNvSpPr>
            <a:spLocks noGrp="1"/>
          </p:cNvSpPr>
          <p:nvPr>
            <p:ph idx="1"/>
          </p:nvPr>
        </p:nvSpPr>
        <p:spPr>
          <a:xfrm>
            <a:off x="838200" y="1690688"/>
            <a:ext cx="10515600" cy="3602281"/>
          </a:xfrm>
        </p:spPr>
        <p:txBody>
          <a:bodyPr>
            <a:normAutofit/>
          </a:bodyPr>
          <a:lstStyle/>
          <a:p>
            <a:pPr marL="0" indent="0">
              <a:lnSpc>
                <a:spcPct val="150000"/>
              </a:lnSpc>
              <a:buNone/>
            </a:pPr>
            <a:r>
              <a:rPr lang="en-US" sz="2000" dirty="0">
                <a:latin typeface="Times New Roman" panose="02020603050405020304" pitchFamily="18" charset="0"/>
                <a:cs typeface="Times New Roman" panose="02020603050405020304" pitchFamily="18" charset="0"/>
              </a:rPr>
              <a:t>This document is aimed at providing a systematic and weighty analysis of the given topic in collaboration with Mr.Priyanga . The background, importance, and breadth of the study were described in the introduction, which served as the basis to read about the concepts explored in the rest of the sections. Through analyzing the main ideas, theories involved, and their practical usage, this document will improve the knowledge base and facilitate learning in academic institutions in a well-structured and comprehensible way.</a:t>
            </a:r>
          </a:p>
        </p:txBody>
      </p:sp>
    </p:spTree>
    <p:extLst>
      <p:ext uri="{BB962C8B-B14F-4D97-AF65-F5344CB8AC3E}">
        <p14:creationId xmlns:p14="http://schemas.microsoft.com/office/powerpoint/2010/main" val="340387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A482D03-4872-48E4-BEB7-AFE59F8BF784}"/>
              </a:ext>
            </a:extLst>
          </p:cNvPr>
          <p:cNvSpPr>
            <a:spLocks noGrp="1"/>
          </p:cNvSpPr>
          <p:nvPr>
            <p:ph type="ctrTitle"/>
          </p:nvPr>
        </p:nvSpPr>
        <p:spPr>
          <a:xfrm>
            <a:off x="5618285" y="1472613"/>
            <a:ext cx="6927478" cy="2387600"/>
          </a:xfrm>
        </p:spPr>
        <p:txBody>
          <a:bodyPr>
            <a:normAutofit/>
          </a:bodyPr>
          <a:lstStyle/>
          <a:p>
            <a:r>
              <a:rPr lang="en-US" sz="6600" dirty="0">
                <a:latin typeface="Times New Roman" panose="02020603050405020304" pitchFamily="18" charset="0"/>
                <a:cs typeface="Times New Roman" panose="02020603050405020304" pitchFamily="18" charset="0"/>
              </a:rPr>
              <a:t>ICBT Career Day 2025</a:t>
            </a:r>
          </a:p>
        </p:txBody>
      </p:sp>
      <p:pic>
        <p:nvPicPr>
          <p:cNvPr id="9" name="Picture 8">
            <a:extLst>
              <a:ext uri="{FF2B5EF4-FFF2-40B4-BE49-F238E27FC236}">
                <a16:creationId xmlns:a16="http://schemas.microsoft.com/office/drawing/2014/main" id="{0D2AA4A9-3EC5-470D-B9E8-C5551E3CE3B8}"/>
              </a:ext>
            </a:extLst>
          </p:cNvPr>
          <p:cNvPicPr>
            <a:picLocks noChangeAspect="1"/>
          </p:cNvPicPr>
          <p:nvPr/>
        </p:nvPicPr>
        <p:blipFill rotWithShape="1">
          <a:blip r:embed="rId2">
            <a:extLst>
              <a:ext uri="{28A0092B-C50C-407E-A947-70E740481C1C}">
                <a14:useLocalDpi xmlns:a14="http://schemas.microsoft.com/office/drawing/2010/main" val="0"/>
              </a:ext>
            </a:extLst>
          </a:blip>
          <a:srcRect l="27188" t="7622" r="26938" b="8248"/>
          <a:stretch/>
        </p:blipFill>
        <p:spPr>
          <a:xfrm>
            <a:off x="447413" y="505437"/>
            <a:ext cx="5648587" cy="5847126"/>
          </a:xfrm>
          <a:prstGeom prst="rect">
            <a:avLst/>
          </a:prstGeom>
        </p:spPr>
      </p:pic>
    </p:spTree>
    <p:extLst>
      <p:ext uri="{BB962C8B-B14F-4D97-AF65-F5344CB8AC3E}">
        <p14:creationId xmlns:p14="http://schemas.microsoft.com/office/powerpoint/2010/main" val="1099045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86400-743B-4BB1-92DD-EE6341E7B01B}"/>
              </a:ext>
            </a:extLst>
          </p:cNvPr>
          <p:cNvSpPr>
            <a:spLocks noGrp="1"/>
          </p:cNvSpPr>
          <p:nvPr>
            <p:ph type="title"/>
          </p:nvPr>
        </p:nvSpPr>
        <p:spPr>
          <a:xfrm>
            <a:off x="101052" y="15195"/>
            <a:ext cx="8154798" cy="1325563"/>
          </a:xfrm>
        </p:spPr>
        <p:txBody>
          <a:bodyPr>
            <a:normAutofit/>
          </a:bodyPr>
          <a:lstStyle/>
          <a:p>
            <a:r>
              <a:rPr lang="en-US" sz="3600" b="1" dirty="0">
                <a:latin typeface="Times New Roman" panose="02020603050405020304" pitchFamily="18" charset="0"/>
                <a:cs typeface="Times New Roman" panose="02020603050405020304" pitchFamily="18" charset="0"/>
              </a:rPr>
              <a:t>Our Team Structure &amp; Responsibilities</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8AE0F7A-2E82-4B0A-8BDD-79A1050D596C}"/>
              </a:ext>
            </a:extLst>
          </p:cNvPr>
          <p:cNvSpPr>
            <a:spLocks noGrp="1"/>
          </p:cNvSpPr>
          <p:nvPr>
            <p:ph idx="1"/>
          </p:nvPr>
        </p:nvSpPr>
        <p:spPr>
          <a:xfrm>
            <a:off x="304252" y="1340758"/>
            <a:ext cx="5588548" cy="4978762"/>
          </a:xfrm>
        </p:spPr>
        <p:txBody>
          <a:bodyPr numCol="1">
            <a:noAutofit/>
          </a:bodyPr>
          <a:lstStyle/>
          <a:p>
            <a:pPr marL="0" indent="0">
              <a:buNone/>
            </a:pPr>
            <a:r>
              <a:rPr lang="en-US" sz="2000" b="1" dirty="0">
                <a:latin typeface="Times New Roman" panose="02020603050405020304" pitchFamily="18" charset="0"/>
                <a:cs typeface="Times New Roman" panose="02020603050405020304" pitchFamily="18" charset="0"/>
              </a:rPr>
              <a:t>TEAM LEADER</a:t>
            </a:r>
          </a:p>
          <a:p>
            <a:r>
              <a:rPr lang="en-US" sz="2000" dirty="0">
                <a:latin typeface="Times New Roman" panose="02020603050405020304" pitchFamily="18" charset="0"/>
                <a:cs typeface="Times New Roman" panose="02020603050405020304" pitchFamily="18" charset="0"/>
              </a:rPr>
              <a:t>Coordination and planning of an event.</a:t>
            </a:r>
          </a:p>
          <a:p>
            <a:r>
              <a:rPr lang="en-US" sz="2000" dirty="0">
                <a:latin typeface="Times New Roman" panose="02020603050405020304" pitchFamily="18" charset="0"/>
                <a:cs typeface="Times New Roman" panose="02020603050405020304" pitchFamily="18" charset="0"/>
              </a:rPr>
              <a:t>Communication with stakeholders.</a:t>
            </a:r>
          </a:p>
          <a:p>
            <a:r>
              <a:rPr lang="en-US" sz="2000" dirty="0">
                <a:latin typeface="Times New Roman" panose="02020603050405020304" pitchFamily="18" charset="0"/>
                <a:cs typeface="Times New Roman" panose="02020603050405020304" pitchFamily="18" charset="0"/>
              </a:rPr>
              <a:t>Team management and encouragement.</a:t>
            </a:r>
          </a:p>
          <a:p>
            <a:r>
              <a:rPr lang="en-US" sz="2000" dirty="0">
                <a:latin typeface="Times New Roman" panose="02020603050405020304" pitchFamily="18" charset="0"/>
                <a:cs typeface="Times New Roman" panose="02020603050405020304" pitchFamily="18" charset="0"/>
              </a:rPr>
              <a:t>Problem-solving and crisis management.</a:t>
            </a:r>
          </a:p>
          <a:p>
            <a:pPr marL="0" indent="0">
              <a:lnSpc>
                <a:spcPct val="200000"/>
              </a:lnSpc>
              <a:buNone/>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EVENT COORDINATOR</a:t>
            </a:r>
          </a:p>
          <a:p>
            <a:r>
              <a:rPr lang="en-US" sz="2000" dirty="0" err="1">
                <a:latin typeface="Times New Roman" panose="02020603050405020304" pitchFamily="18" charset="0"/>
                <a:cs typeface="Times New Roman" panose="02020603050405020304" pitchFamily="18" charset="0"/>
              </a:rPr>
              <a:t>Cenue</a:t>
            </a:r>
            <a:r>
              <a:rPr lang="en-US" sz="2000" dirty="0">
                <a:latin typeface="Times New Roman" panose="02020603050405020304" pitchFamily="18" charset="0"/>
                <a:cs typeface="Times New Roman" panose="02020603050405020304" pitchFamily="18" charset="0"/>
              </a:rPr>
              <a:t> and vendor management.</a:t>
            </a:r>
          </a:p>
          <a:p>
            <a:r>
              <a:rPr lang="en-US" sz="2000" dirty="0">
                <a:latin typeface="Times New Roman" panose="02020603050405020304" pitchFamily="18" charset="0"/>
                <a:cs typeface="Times New Roman" panose="02020603050405020304" pitchFamily="18" charset="0"/>
              </a:rPr>
              <a:t>Coordination of the timeline and schedule.</a:t>
            </a:r>
          </a:p>
          <a:p>
            <a:r>
              <a:rPr lang="en-US" sz="2000" dirty="0">
                <a:latin typeface="Times New Roman" panose="02020603050405020304" pitchFamily="18" charset="0"/>
                <a:cs typeface="Times New Roman" panose="02020603050405020304" pitchFamily="18" charset="0"/>
              </a:rPr>
              <a:t>Operations and logistics. </a:t>
            </a:r>
          </a:p>
          <a:p>
            <a:r>
              <a:rPr lang="en-US" sz="2000" dirty="0">
                <a:latin typeface="Times New Roman" panose="02020603050405020304" pitchFamily="18" charset="0"/>
                <a:cs typeface="Times New Roman" panose="02020603050405020304" pitchFamily="18" charset="0"/>
              </a:rPr>
              <a:t>assurance of quality.</a:t>
            </a:r>
          </a:p>
        </p:txBody>
      </p:sp>
      <p:pic>
        <p:nvPicPr>
          <p:cNvPr id="7" name="Picture 6">
            <a:extLst>
              <a:ext uri="{FF2B5EF4-FFF2-40B4-BE49-F238E27FC236}">
                <a16:creationId xmlns:a16="http://schemas.microsoft.com/office/drawing/2014/main" id="{71852B5D-CA77-4EAF-95F8-E6B3F9E5A016}"/>
              </a:ext>
            </a:extLst>
          </p:cNvPr>
          <p:cNvPicPr>
            <a:picLocks noChangeAspect="1"/>
          </p:cNvPicPr>
          <p:nvPr/>
        </p:nvPicPr>
        <p:blipFill rotWithShape="1">
          <a:blip r:embed="rId2">
            <a:extLst>
              <a:ext uri="{28A0092B-C50C-407E-A947-70E740481C1C}">
                <a14:useLocalDpi xmlns:a14="http://schemas.microsoft.com/office/drawing/2010/main" val="0"/>
              </a:ext>
            </a:extLst>
          </a:blip>
          <a:srcRect l="27191" r="6351" b="10074"/>
          <a:stretch/>
        </p:blipFill>
        <p:spPr>
          <a:xfrm>
            <a:off x="5320261" y="1081859"/>
            <a:ext cx="6094697" cy="5496560"/>
          </a:xfrm>
          <a:prstGeom prst="rect">
            <a:avLst/>
          </a:prstGeom>
        </p:spPr>
      </p:pic>
    </p:spTree>
    <p:extLst>
      <p:ext uri="{BB962C8B-B14F-4D97-AF65-F5344CB8AC3E}">
        <p14:creationId xmlns:p14="http://schemas.microsoft.com/office/powerpoint/2010/main" val="919217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B8BFD-B3BE-4EBC-A876-51398B1F1EDB}"/>
              </a:ext>
            </a:extLst>
          </p:cNvPr>
          <p:cNvSpPr>
            <a:spLocks noGrp="1"/>
          </p:cNvSpPr>
          <p:nvPr>
            <p:ph type="title"/>
          </p:nvPr>
        </p:nvSpPr>
        <p:spPr>
          <a:xfrm>
            <a:off x="5814413" y="-119207"/>
            <a:ext cx="6377587" cy="1325563"/>
          </a:xfrm>
        </p:spPr>
        <p:txBody>
          <a:bodyPr>
            <a:normAutofit/>
          </a:bodyPr>
          <a:lstStyle/>
          <a:p>
            <a:r>
              <a:rPr lang="en-US" sz="3600" b="1" dirty="0">
                <a:latin typeface="Times New Roman" panose="02020603050405020304" pitchFamily="18" charset="0"/>
                <a:cs typeface="Times New Roman" panose="02020603050405020304" pitchFamily="18" charset="0"/>
              </a:rPr>
              <a:t>Team Expertise &amp; Capabilities</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12032DE-1159-4D2D-8629-E346A4851B28}"/>
              </a:ext>
            </a:extLst>
          </p:cNvPr>
          <p:cNvSpPr>
            <a:spLocks noGrp="1"/>
          </p:cNvSpPr>
          <p:nvPr>
            <p:ph idx="1"/>
          </p:nvPr>
        </p:nvSpPr>
        <p:spPr>
          <a:xfrm>
            <a:off x="6096000" y="1051004"/>
            <a:ext cx="5801811" cy="5696136"/>
          </a:xfrm>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MARKETING &amp; OUTREACH</a:t>
            </a:r>
          </a:p>
          <a:p>
            <a:r>
              <a:rPr lang="en-US" sz="2000" dirty="0">
                <a:latin typeface="Times New Roman" panose="02020603050405020304" pitchFamily="18" charset="0"/>
                <a:cs typeface="Times New Roman" panose="02020603050405020304" pitchFamily="18" charset="0"/>
              </a:rPr>
              <a:t>Promotional campaign planning</a:t>
            </a:r>
          </a:p>
          <a:p>
            <a:r>
              <a:rPr lang="en-US" sz="2000" dirty="0">
                <a:latin typeface="Times New Roman" panose="02020603050405020304" pitchFamily="18" charset="0"/>
                <a:cs typeface="Times New Roman" panose="02020603050405020304" pitchFamily="18" charset="0"/>
              </a:rPr>
              <a:t>Social media management</a:t>
            </a:r>
          </a:p>
          <a:p>
            <a:r>
              <a:rPr lang="en-US" sz="2000" dirty="0">
                <a:latin typeface="Times New Roman" panose="02020603050405020304" pitchFamily="18" charset="0"/>
                <a:cs typeface="Times New Roman" panose="02020603050405020304" pitchFamily="18" charset="0"/>
              </a:rPr>
              <a:t>The acquisition of sponsors and partners.</a:t>
            </a:r>
          </a:p>
          <a:p>
            <a:r>
              <a:rPr lang="en-US" sz="2000" dirty="0">
                <a:latin typeface="Times New Roman" panose="02020603050405020304" pitchFamily="18" charset="0"/>
                <a:cs typeface="Times New Roman" panose="02020603050405020304" pitchFamily="18" charset="0"/>
              </a:rPr>
              <a:t>Audience engagement strategies</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REGISTRATION &amp; DATA MANAGEMENT</a:t>
            </a:r>
          </a:p>
          <a:p>
            <a:r>
              <a:rPr lang="en-US" sz="2000" dirty="0">
                <a:latin typeface="Times New Roman" panose="02020603050405020304" pitchFamily="18" charset="0"/>
                <a:cs typeface="Times New Roman" panose="02020603050405020304" pitchFamily="18" charset="0"/>
              </a:rPr>
              <a:t>Systems for registering attendees.</a:t>
            </a:r>
          </a:p>
          <a:p>
            <a:r>
              <a:rPr lang="en-US" sz="2000" dirty="0">
                <a:latin typeface="Times New Roman" panose="02020603050405020304" pitchFamily="18" charset="0"/>
                <a:cs typeface="Times New Roman" panose="02020603050405020304" pitchFamily="18" charset="0"/>
              </a:rPr>
              <a:t>Gathering and analyzing data.</a:t>
            </a:r>
          </a:p>
          <a:p>
            <a:r>
              <a:rPr lang="en-US" sz="2000" dirty="0">
                <a:latin typeface="Times New Roman" panose="02020603050405020304" pitchFamily="18" charset="0"/>
                <a:cs typeface="Times New Roman" panose="02020603050405020304" pitchFamily="18" charset="0"/>
              </a:rPr>
              <a:t>Processing feedback.</a:t>
            </a:r>
          </a:p>
          <a:p>
            <a:r>
              <a:rPr lang="en-US" sz="2000" dirty="0">
                <a:latin typeface="Times New Roman" panose="02020603050405020304" pitchFamily="18" charset="0"/>
                <a:cs typeface="Times New Roman" panose="02020603050405020304" pitchFamily="18" charset="0"/>
              </a:rPr>
              <a:t>Monitoring performance indicators.</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COLLECTIVE EVENT SKILLS</a:t>
            </a:r>
          </a:p>
          <a:p>
            <a:r>
              <a:rPr lang="en-US" sz="2000" dirty="0">
                <a:latin typeface="Times New Roman" panose="02020603050405020304" pitchFamily="18" charset="0"/>
                <a:cs typeface="Times New Roman" panose="02020603050405020304" pitchFamily="18" charset="0"/>
              </a:rPr>
              <a:t>Public speaking • Negotiation</a:t>
            </a:r>
          </a:p>
        </p:txBody>
      </p:sp>
      <p:pic>
        <p:nvPicPr>
          <p:cNvPr id="9" name="Picture 8">
            <a:extLst>
              <a:ext uri="{FF2B5EF4-FFF2-40B4-BE49-F238E27FC236}">
                <a16:creationId xmlns:a16="http://schemas.microsoft.com/office/drawing/2014/main" id="{F1FED21A-3F3A-4255-A3A9-F791BB026D13}"/>
              </a:ext>
            </a:extLst>
          </p:cNvPr>
          <p:cNvPicPr>
            <a:picLocks noChangeAspect="1"/>
          </p:cNvPicPr>
          <p:nvPr/>
        </p:nvPicPr>
        <p:blipFill rotWithShape="1">
          <a:blip r:embed="rId2">
            <a:extLst>
              <a:ext uri="{28A0092B-C50C-407E-A947-70E740481C1C}">
                <a14:useLocalDpi xmlns:a14="http://schemas.microsoft.com/office/drawing/2010/main" val="0"/>
              </a:ext>
            </a:extLst>
          </a:blip>
          <a:srcRect l="41342" r="6587" b="10359"/>
          <a:stretch/>
        </p:blipFill>
        <p:spPr>
          <a:xfrm>
            <a:off x="-162561" y="0"/>
            <a:ext cx="5976973" cy="6858000"/>
          </a:xfrm>
          <a:prstGeom prst="rect">
            <a:avLst/>
          </a:prstGeom>
        </p:spPr>
      </p:pic>
    </p:spTree>
    <p:extLst>
      <p:ext uri="{BB962C8B-B14F-4D97-AF65-F5344CB8AC3E}">
        <p14:creationId xmlns:p14="http://schemas.microsoft.com/office/powerpoint/2010/main" val="567531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C7ED8-651C-4D9F-AA7F-BBC0B026C564}"/>
              </a:ext>
            </a:extLst>
          </p:cNvPr>
          <p:cNvSpPr>
            <a:spLocks noGrp="1"/>
          </p:cNvSpPr>
          <p:nvPr>
            <p:ph type="title"/>
          </p:nvPr>
        </p:nvSpPr>
        <p:spPr>
          <a:xfrm>
            <a:off x="68580" y="-145415"/>
            <a:ext cx="6637020" cy="1325563"/>
          </a:xfrm>
        </p:spPr>
        <p:txBody>
          <a:bodyPr>
            <a:normAutofit/>
          </a:bodyPr>
          <a:lstStyle/>
          <a:p>
            <a:r>
              <a:rPr lang="en-US" sz="3600" b="1" dirty="0">
                <a:latin typeface="Times New Roman" panose="02020603050405020304" pitchFamily="18" charset="0"/>
                <a:cs typeface="Times New Roman" panose="02020603050405020304" pitchFamily="18" charset="0"/>
              </a:rPr>
              <a:t>Skills Development Journey</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A4A8419-E640-4E72-A0F4-352A37ED2506}"/>
              </a:ext>
            </a:extLst>
          </p:cNvPr>
          <p:cNvSpPr>
            <a:spLocks noGrp="1"/>
          </p:cNvSpPr>
          <p:nvPr>
            <p:ph idx="1"/>
          </p:nvPr>
        </p:nvSpPr>
        <p:spPr>
          <a:xfrm>
            <a:off x="243840" y="812164"/>
            <a:ext cx="7437120" cy="5794375"/>
          </a:xfrm>
        </p:spPr>
        <p:txBody>
          <a:bodyPr>
            <a:noAutofit/>
          </a:bodyPr>
          <a:lstStyle/>
          <a:p>
            <a:pPr marL="0" indent="0">
              <a:lnSpc>
                <a:spcPct val="100000"/>
              </a:lnSpc>
              <a:buNone/>
            </a:pPr>
            <a:r>
              <a:rPr lang="en-US" sz="2000" dirty="0">
                <a:latin typeface="Times New Roman" panose="02020603050405020304" pitchFamily="18" charset="0"/>
                <a:cs typeface="Times New Roman" panose="02020603050405020304" pitchFamily="18" charset="0"/>
              </a:rPr>
              <a:t>Skills Development Timeline:</a:t>
            </a:r>
          </a:p>
          <a:p>
            <a:pPr marL="0" indent="0">
              <a:lnSpc>
                <a:spcPct val="150000"/>
              </a:lnSpc>
              <a:buNone/>
            </a:pPr>
            <a:r>
              <a:rPr lang="en-US" sz="2000" b="1" dirty="0">
                <a:latin typeface="Times New Roman" panose="02020603050405020304" pitchFamily="18" charset="0"/>
                <a:cs typeface="Times New Roman" panose="02020603050405020304" pitchFamily="18" charset="0"/>
              </a:rPr>
              <a:t>Planning &amp; Preparation (Weeks 1-4)</a:t>
            </a:r>
          </a:p>
          <a:p>
            <a:r>
              <a:rPr lang="en-US" sz="2000" dirty="0">
                <a:latin typeface="Times New Roman" panose="02020603050405020304" pitchFamily="18" charset="0"/>
                <a:cs typeface="Times New Roman" panose="02020603050405020304" pitchFamily="18" charset="0"/>
              </a:rPr>
              <a:t> The management of stakeholders.</a:t>
            </a:r>
          </a:p>
          <a:p>
            <a:r>
              <a:rPr lang="en-US" sz="2000" dirty="0">
                <a:latin typeface="Times New Roman" panose="02020603050405020304" pitchFamily="18" charset="0"/>
                <a:cs typeface="Times New Roman" panose="02020603050405020304" pitchFamily="18" charset="0"/>
              </a:rPr>
              <a:t> Setting Clear Goals.</a:t>
            </a:r>
          </a:p>
          <a:p>
            <a:r>
              <a:rPr lang="en-US" sz="2000" dirty="0">
                <a:latin typeface="Times New Roman" panose="02020603050405020304" pitchFamily="18" charset="0"/>
                <a:cs typeface="Times New Roman" panose="02020603050405020304" pitchFamily="18" charset="0"/>
              </a:rPr>
              <a:t> The ability to negotiate with vendors.</a:t>
            </a:r>
          </a:p>
          <a:p>
            <a:pPr marL="0" indent="0">
              <a:lnSpc>
                <a:spcPct val="150000"/>
              </a:lnSpc>
              <a:buNone/>
            </a:pPr>
            <a:r>
              <a:rPr lang="en-US" sz="2000" b="1" dirty="0">
                <a:latin typeface="Times New Roman" panose="02020603050405020304" pitchFamily="18" charset="0"/>
                <a:cs typeface="Times New Roman" panose="02020603050405020304" pitchFamily="18" charset="0"/>
              </a:rPr>
              <a:t>Execution &amp; Coordination (Weeks 5-8)</a:t>
            </a:r>
          </a:p>
          <a:p>
            <a:r>
              <a:rPr lang="en-US" sz="2000" dirty="0">
                <a:latin typeface="Times New Roman" panose="02020603050405020304" pitchFamily="18" charset="0"/>
                <a:cs typeface="Times New Roman" panose="02020603050405020304" pitchFamily="18" charset="0"/>
              </a:rPr>
              <a:t> Managing priorities and multitasking.</a:t>
            </a:r>
          </a:p>
          <a:p>
            <a:r>
              <a:rPr lang="en-US" sz="2000" dirty="0">
                <a:latin typeface="Times New Roman" panose="02020603050405020304" pitchFamily="18" charset="0"/>
                <a:cs typeface="Times New Roman" panose="02020603050405020304" pitchFamily="18" charset="0"/>
              </a:rPr>
              <a:t> Managing crises and solving problems.</a:t>
            </a:r>
          </a:p>
          <a:p>
            <a:r>
              <a:rPr lang="en-US" sz="2000" dirty="0">
                <a:latin typeface="Times New Roman" panose="02020603050405020304" pitchFamily="18" charset="0"/>
                <a:cs typeface="Times New Roman" panose="02020603050405020304" pitchFamily="18" charset="0"/>
              </a:rPr>
              <a:t> Team leadership under pressure.</a:t>
            </a:r>
          </a:p>
          <a:p>
            <a:pPr marL="0" indent="0">
              <a:lnSpc>
                <a:spcPct val="150000"/>
              </a:lnSpc>
              <a:buNone/>
            </a:pPr>
            <a:r>
              <a:rPr lang="en-US" sz="2000" b="1" dirty="0">
                <a:latin typeface="Times New Roman" panose="02020603050405020304" pitchFamily="18" charset="0"/>
                <a:cs typeface="Times New Roman" panose="02020603050405020304" pitchFamily="18" charset="0"/>
              </a:rPr>
              <a:t>Evaluation &amp; Improvement (Weeks 9-12)</a:t>
            </a:r>
          </a:p>
          <a:p>
            <a:r>
              <a:rPr lang="en-US" sz="2000" dirty="0">
                <a:latin typeface="Times New Roman" panose="02020603050405020304" pitchFamily="18" charset="0"/>
                <a:cs typeface="Times New Roman" panose="02020603050405020304" pitchFamily="18" charset="0"/>
              </a:rPr>
              <a:t> Data analysis and reporting</a:t>
            </a:r>
          </a:p>
          <a:p>
            <a:r>
              <a:rPr lang="en-US" sz="2000" dirty="0">
                <a:latin typeface="Times New Roman" panose="02020603050405020304" pitchFamily="18" charset="0"/>
                <a:cs typeface="Times New Roman" panose="02020603050405020304" pitchFamily="18" charset="0"/>
              </a:rPr>
              <a:t>  Assessment of performance.</a:t>
            </a:r>
          </a:p>
          <a:p>
            <a:r>
              <a:rPr lang="en-US" sz="2000" dirty="0">
                <a:latin typeface="Times New Roman" panose="02020603050405020304" pitchFamily="18" charset="0"/>
                <a:cs typeface="Times New Roman" panose="02020603050405020304" pitchFamily="18" charset="0"/>
              </a:rPr>
              <a:t>  Planning for ongoing improvement.   </a:t>
            </a:r>
          </a:p>
        </p:txBody>
      </p:sp>
      <p:pic>
        <p:nvPicPr>
          <p:cNvPr id="6" name="Picture 5">
            <a:extLst>
              <a:ext uri="{FF2B5EF4-FFF2-40B4-BE49-F238E27FC236}">
                <a16:creationId xmlns:a16="http://schemas.microsoft.com/office/drawing/2014/main" id="{3FB36A5F-5414-483E-B268-59695DDEB56A}"/>
              </a:ext>
            </a:extLst>
          </p:cNvPr>
          <p:cNvPicPr>
            <a:picLocks noChangeAspect="1"/>
          </p:cNvPicPr>
          <p:nvPr/>
        </p:nvPicPr>
        <p:blipFill rotWithShape="1">
          <a:blip r:embed="rId2">
            <a:extLst>
              <a:ext uri="{28A0092B-C50C-407E-A947-70E740481C1C}">
                <a14:useLocalDpi xmlns:a14="http://schemas.microsoft.com/office/drawing/2010/main" val="0"/>
              </a:ext>
            </a:extLst>
          </a:blip>
          <a:srcRect l="24275" r="20590" b="9244"/>
          <a:stretch/>
        </p:blipFill>
        <p:spPr>
          <a:xfrm>
            <a:off x="5941060" y="0"/>
            <a:ext cx="6250940" cy="6858000"/>
          </a:xfrm>
          <a:prstGeom prst="rect">
            <a:avLst/>
          </a:prstGeom>
        </p:spPr>
      </p:pic>
    </p:spTree>
    <p:extLst>
      <p:ext uri="{BB962C8B-B14F-4D97-AF65-F5344CB8AC3E}">
        <p14:creationId xmlns:p14="http://schemas.microsoft.com/office/powerpoint/2010/main" val="2442750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CBF7D-1FEC-4A64-A5AA-80AEF3FCBDC8}"/>
              </a:ext>
            </a:extLst>
          </p:cNvPr>
          <p:cNvSpPr>
            <a:spLocks noGrp="1"/>
          </p:cNvSpPr>
          <p:nvPr>
            <p:ph type="title"/>
          </p:nvPr>
        </p:nvSpPr>
        <p:spPr>
          <a:xfrm>
            <a:off x="748032" y="1"/>
            <a:ext cx="5256528" cy="1290320"/>
          </a:xfrm>
        </p:spPr>
        <p:txBody>
          <a:bodyPr>
            <a:normAutofit/>
          </a:bodyPr>
          <a:lstStyle/>
          <a:p>
            <a:r>
              <a:rPr lang="en-US" sz="3600" b="1" dirty="0">
                <a:latin typeface="Times New Roman" panose="02020603050405020304" pitchFamily="18" charset="0"/>
                <a:cs typeface="Times New Roman" panose="02020603050405020304" pitchFamily="18" charset="0"/>
              </a:rPr>
              <a:t>Strategic SWOT Analysis</a:t>
            </a:r>
            <a:endParaRPr lang="en-US" sz="3600" dirty="0">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86AC3DDF-88E4-41C7-BA04-917BF2C9A169}"/>
              </a:ext>
            </a:extLst>
          </p:cNvPr>
          <p:cNvSpPr/>
          <p:nvPr/>
        </p:nvSpPr>
        <p:spPr>
          <a:xfrm>
            <a:off x="7998470" y="107429"/>
            <a:ext cx="3020054" cy="1460556"/>
          </a:xfrm>
          <a:prstGeom prst="roundRect">
            <a:avLst>
              <a:gd name="adj" fmla="val 1703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nSpc>
                <a:spcPct val="150000"/>
              </a:lnSpc>
              <a:buNone/>
            </a:pPr>
            <a:r>
              <a:rPr lang="en-US" b="1" dirty="0">
                <a:solidFill>
                  <a:schemeClr val="tx1"/>
                </a:solidFill>
                <a:latin typeface="Times New Roman" panose="02020603050405020304" pitchFamily="18" charset="0"/>
                <a:cs typeface="Times New Roman" panose="02020603050405020304" pitchFamily="18" charset="0"/>
              </a:rPr>
              <a:t>Strengths</a:t>
            </a:r>
          </a:p>
          <a:p>
            <a:pPr marL="285750" indent="-28575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Event Planning </a:t>
            </a:r>
          </a:p>
          <a:p>
            <a:pPr marL="285750" indent="-28575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Team Coordination.</a:t>
            </a:r>
          </a:p>
          <a:p>
            <a:pPr marL="285750" indent="-28575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Communication.</a:t>
            </a:r>
          </a:p>
        </p:txBody>
      </p:sp>
      <p:sp>
        <p:nvSpPr>
          <p:cNvPr id="6" name="Rectangle: Rounded Corners 5">
            <a:extLst>
              <a:ext uri="{FF2B5EF4-FFF2-40B4-BE49-F238E27FC236}">
                <a16:creationId xmlns:a16="http://schemas.microsoft.com/office/drawing/2014/main" id="{759FA2AA-BB8E-4B27-AD7A-E09DBAFB184C}"/>
              </a:ext>
            </a:extLst>
          </p:cNvPr>
          <p:cNvSpPr/>
          <p:nvPr/>
        </p:nvSpPr>
        <p:spPr>
          <a:xfrm>
            <a:off x="7607307" y="1777691"/>
            <a:ext cx="3802380" cy="1460556"/>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nSpc>
                <a:spcPct val="150000"/>
              </a:lnSpc>
              <a:buNone/>
            </a:pPr>
            <a:r>
              <a:rPr lang="en-US" b="1" dirty="0">
                <a:solidFill>
                  <a:schemeClr val="tx1"/>
                </a:solidFill>
                <a:latin typeface="Times New Roman" panose="02020603050405020304" pitchFamily="18" charset="0"/>
                <a:cs typeface="Times New Roman" panose="02020603050405020304" pitchFamily="18" charset="0"/>
              </a:rPr>
              <a:t>Weaknesses</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Team getting overwhelmed. </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Limited Industry Connections</a:t>
            </a:r>
          </a:p>
          <a:p>
            <a:pPr marL="0" indent="0">
              <a:lnSpc>
                <a:spcPct val="150000"/>
              </a:lnSpc>
              <a:buNone/>
            </a:pPr>
            <a:endParaRPr lang="en-US" dirty="0">
              <a:solidFill>
                <a:schemeClr val="tx1"/>
              </a:solidFill>
              <a:latin typeface="Times New Roman" panose="02020603050405020304" pitchFamily="18" charset="0"/>
              <a:cs typeface="Times New Roman" panose="02020603050405020304" pitchFamily="18" charset="0"/>
            </a:endParaRPr>
          </a:p>
        </p:txBody>
      </p:sp>
      <p:sp>
        <p:nvSpPr>
          <p:cNvPr id="9" name="Rectangle: Rounded Corners 8">
            <a:extLst>
              <a:ext uri="{FF2B5EF4-FFF2-40B4-BE49-F238E27FC236}">
                <a16:creationId xmlns:a16="http://schemas.microsoft.com/office/drawing/2014/main" id="{4E0227D7-495A-4C2E-ACA1-EC29A7D825C9}"/>
              </a:ext>
            </a:extLst>
          </p:cNvPr>
          <p:cNvSpPr/>
          <p:nvPr/>
        </p:nvSpPr>
        <p:spPr>
          <a:xfrm>
            <a:off x="7998470" y="3443736"/>
            <a:ext cx="3020054" cy="1460556"/>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nSpc>
                <a:spcPct val="150000"/>
              </a:lnSpc>
              <a:buNone/>
            </a:pPr>
            <a:r>
              <a:rPr lang="en-US" b="1" dirty="0">
                <a:solidFill>
                  <a:schemeClr val="tx1"/>
                </a:solidFill>
                <a:latin typeface="Times New Roman" panose="02020603050405020304" pitchFamily="18" charset="0"/>
                <a:cs typeface="Times New Roman" panose="02020603050405020304" pitchFamily="18" charset="0"/>
              </a:rPr>
              <a:t>Opportunities</a:t>
            </a:r>
          </a:p>
          <a:p>
            <a:pPr marL="342900" indent="-342900">
              <a:lnSpc>
                <a:spcPct val="150000"/>
              </a:lnSpc>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Industry Networking </a:t>
            </a:r>
          </a:p>
          <a:p>
            <a:pPr marL="342900" indent="-342900">
              <a:lnSpc>
                <a:spcPct val="150000"/>
              </a:lnSpc>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Skill Development</a:t>
            </a:r>
          </a:p>
        </p:txBody>
      </p:sp>
      <p:sp>
        <p:nvSpPr>
          <p:cNvPr id="10" name="Rectangle: Rounded Corners 9">
            <a:extLst>
              <a:ext uri="{FF2B5EF4-FFF2-40B4-BE49-F238E27FC236}">
                <a16:creationId xmlns:a16="http://schemas.microsoft.com/office/drawing/2014/main" id="{B12FF6DA-4B9F-49EC-9DA9-56B79D68350F}"/>
              </a:ext>
            </a:extLst>
          </p:cNvPr>
          <p:cNvSpPr/>
          <p:nvPr/>
        </p:nvSpPr>
        <p:spPr>
          <a:xfrm>
            <a:off x="7607307" y="5109781"/>
            <a:ext cx="3802380" cy="1460556"/>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Font typeface="Arial" panose="020B0604020202020204" pitchFamily="34" charset="0"/>
              <a:buNone/>
            </a:pPr>
            <a:r>
              <a:rPr lang="en-US" sz="2000" b="1" dirty="0">
                <a:solidFill>
                  <a:schemeClr val="tx1"/>
                </a:solidFill>
                <a:latin typeface="Times New Roman" panose="02020603050405020304" pitchFamily="18" charset="0"/>
                <a:cs typeface="Times New Roman" panose="02020603050405020304" pitchFamily="18" charset="0"/>
              </a:rPr>
              <a:t>Threats</a:t>
            </a:r>
          </a:p>
          <a:p>
            <a:pPr marL="342900" indent="-3429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Logistical Challenges</a:t>
            </a:r>
          </a:p>
          <a:p>
            <a:pPr marL="342900" indent="-3429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Attendance Uncertainty</a:t>
            </a:r>
          </a:p>
          <a:p>
            <a:pPr marL="0" indent="0">
              <a:buFont typeface="Arial" panose="020B0604020202020204" pitchFamily="34" charset="0"/>
              <a:buNone/>
            </a:pPr>
            <a:endParaRPr lang="en-US" sz="2000" b="1" dirty="0">
              <a:solidFill>
                <a:schemeClr val="tx1"/>
              </a:solidFill>
              <a:latin typeface="Times New Roman" panose="02020603050405020304" pitchFamily="18" charset="0"/>
              <a:cs typeface="Times New Roman" panose="02020603050405020304" pitchFamily="18" charset="0"/>
            </a:endParaRPr>
          </a:p>
        </p:txBody>
      </p:sp>
      <p:sp>
        <p:nvSpPr>
          <p:cNvPr id="13" name="Content Placeholder 2">
            <a:extLst>
              <a:ext uri="{FF2B5EF4-FFF2-40B4-BE49-F238E27FC236}">
                <a16:creationId xmlns:a16="http://schemas.microsoft.com/office/drawing/2014/main" id="{ACFCF2C7-B293-4970-A11A-36B31D99F903}"/>
              </a:ext>
            </a:extLst>
          </p:cNvPr>
          <p:cNvSpPr txBox="1">
            <a:spLocks/>
          </p:cNvSpPr>
          <p:nvPr/>
        </p:nvSpPr>
        <p:spPr>
          <a:xfrm>
            <a:off x="-1600203" y="4174014"/>
            <a:ext cx="8656323" cy="48539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9" name="Picture 18">
            <a:extLst>
              <a:ext uri="{FF2B5EF4-FFF2-40B4-BE49-F238E27FC236}">
                <a16:creationId xmlns:a16="http://schemas.microsoft.com/office/drawing/2014/main" id="{1062CE69-4B3F-49DE-9E16-381CCCDC721A}"/>
              </a:ext>
            </a:extLst>
          </p:cNvPr>
          <p:cNvPicPr>
            <a:picLocks noChangeAspect="1"/>
          </p:cNvPicPr>
          <p:nvPr/>
        </p:nvPicPr>
        <p:blipFill rotWithShape="1">
          <a:blip r:embed="rId2">
            <a:extLst>
              <a:ext uri="{28A0092B-C50C-407E-A947-70E740481C1C}">
                <a14:useLocalDpi xmlns:a14="http://schemas.microsoft.com/office/drawing/2010/main" val="0"/>
              </a:ext>
            </a:extLst>
          </a:blip>
          <a:srcRect l="1715" t="7037" r="38213" b="12369"/>
          <a:stretch/>
        </p:blipFill>
        <p:spPr>
          <a:xfrm>
            <a:off x="632454" y="1073777"/>
            <a:ext cx="5852160" cy="5232927"/>
          </a:xfrm>
          <a:prstGeom prst="rect">
            <a:avLst/>
          </a:prstGeom>
        </p:spPr>
      </p:pic>
    </p:spTree>
    <p:extLst>
      <p:ext uri="{BB962C8B-B14F-4D97-AF65-F5344CB8AC3E}">
        <p14:creationId xmlns:p14="http://schemas.microsoft.com/office/powerpoint/2010/main" val="1198780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D601E-DA9B-4709-ABD6-61228A226EEB}"/>
              </a:ext>
            </a:extLst>
          </p:cNvPr>
          <p:cNvSpPr>
            <a:spLocks noGrp="1"/>
          </p:cNvSpPr>
          <p:nvPr>
            <p:ph type="title"/>
          </p:nvPr>
        </p:nvSpPr>
        <p:spPr>
          <a:xfrm>
            <a:off x="401320" y="161925"/>
            <a:ext cx="10515600" cy="1325563"/>
          </a:xfrm>
        </p:spPr>
        <p:txBody>
          <a:bodyPr>
            <a:normAutofit/>
          </a:bodyPr>
          <a:lstStyle/>
          <a:p>
            <a:r>
              <a:rPr lang="en-US" sz="3600" b="1" dirty="0">
                <a:latin typeface="Times New Roman" panose="02020603050405020304" pitchFamily="18" charset="0"/>
                <a:cs typeface="Times New Roman" panose="02020603050405020304" pitchFamily="18" charset="0"/>
              </a:rPr>
              <a:t>Communication Excellence</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3B87D6D-6106-4495-9B4B-11F0F20B7EE5}"/>
              </a:ext>
            </a:extLst>
          </p:cNvPr>
          <p:cNvSpPr>
            <a:spLocks noGrp="1"/>
          </p:cNvSpPr>
          <p:nvPr>
            <p:ph idx="1"/>
          </p:nvPr>
        </p:nvSpPr>
        <p:spPr>
          <a:xfrm>
            <a:off x="193040" y="1175384"/>
            <a:ext cx="6329680" cy="5113655"/>
          </a:xfrm>
        </p:spPr>
        <p:txBody>
          <a:bodyPr>
            <a:noAutofit/>
          </a:bodyPr>
          <a:lstStyle/>
          <a:p>
            <a:pPr marL="0" indent="0">
              <a:lnSpc>
                <a:spcPct val="150000"/>
              </a:lnSpc>
              <a:buNone/>
            </a:pPr>
            <a:r>
              <a:rPr lang="en-US" sz="2400" dirty="0">
                <a:latin typeface="Times New Roman" panose="02020603050405020304" pitchFamily="18" charset="0"/>
                <a:cs typeface="Times New Roman" panose="02020603050405020304" pitchFamily="18" charset="0"/>
              </a:rPr>
              <a:t>Event Communication Framework:</a:t>
            </a:r>
          </a:p>
          <a:p>
            <a:pPr marL="0" indent="0">
              <a:lnSpc>
                <a:spcPct val="150000"/>
              </a:lnSpc>
              <a:buNone/>
            </a:pPr>
            <a:r>
              <a:rPr lang="en-US" sz="2400" b="1" dirty="0">
                <a:latin typeface="Times New Roman" panose="02020603050405020304" pitchFamily="18" charset="0"/>
                <a:cs typeface="Times New Roman" panose="02020603050405020304" pitchFamily="18" charset="0"/>
              </a:rPr>
              <a:t>Stakeholder Communication:</a:t>
            </a:r>
          </a:p>
          <a:p>
            <a:r>
              <a:rPr lang="en-US" sz="2400" dirty="0">
                <a:latin typeface="Times New Roman" panose="02020603050405020304" pitchFamily="18" charset="0"/>
                <a:cs typeface="Times New Roman" panose="02020603050405020304" pitchFamily="18" charset="0"/>
              </a:rPr>
              <a:t>Regular sponsor updates.</a:t>
            </a:r>
          </a:p>
          <a:p>
            <a:r>
              <a:rPr lang="en-US" sz="2400" dirty="0">
                <a:latin typeface="Times New Roman" panose="02020603050405020304" pitchFamily="18" charset="0"/>
                <a:cs typeface="Times New Roman" panose="02020603050405020304" pitchFamily="18" charset="0"/>
              </a:rPr>
              <a:t>Vendor coordination meetings.</a:t>
            </a:r>
          </a:p>
          <a:p>
            <a:r>
              <a:rPr lang="en-US" sz="2400" dirty="0">
                <a:latin typeface="Times New Roman" panose="02020603050405020304" pitchFamily="18" charset="0"/>
                <a:cs typeface="Times New Roman" panose="02020603050405020304" pitchFamily="18" charset="0"/>
              </a:rPr>
              <a:t>Attendee information dissemination.</a:t>
            </a:r>
          </a:p>
          <a:p>
            <a:pPr marL="0" indent="0">
              <a:lnSpc>
                <a:spcPct val="150000"/>
              </a:lnSpc>
              <a:buNone/>
            </a:pPr>
            <a:r>
              <a:rPr lang="en-US" sz="2400" b="1" dirty="0">
                <a:latin typeface="Times New Roman" panose="02020603050405020304" pitchFamily="18" charset="0"/>
                <a:cs typeface="Times New Roman" panose="02020603050405020304" pitchFamily="18" charset="0"/>
              </a:rPr>
              <a:t>Internal Team Coordination:</a:t>
            </a:r>
          </a:p>
          <a:p>
            <a:r>
              <a:rPr lang="en-US" sz="2400" dirty="0">
                <a:latin typeface="Times New Roman" panose="02020603050405020304" pitchFamily="18" charset="0"/>
                <a:cs typeface="Times New Roman" panose="02020603050405020304" pitchFamily="18" charset="0"/>
              </a:rPr>
              <a:t> Progress meetings every week.</a:t>
            </a:r>
          </a:p>
          <a:p>
            <a:r>
              <a:rPr lang="en-US" sz="2400" dirty="0">
                <a:latin typeface="Times New Roman" panose="02020603050405020304" pitchFamily="18" charset="0"/>
                <a:cs typeface="Times New Roman" panose="02020603050405020304" pitchFamily="18" charset="0"/>
              </a:rPr>
              <a:t> Systems for assigning tasks.</a:t>
            </a:r>
          </a:p>
          <a:p>
            <a:r>
              <a:rPr lang="en-US" sz="2400" dirty="0">
                <a:latin typeface="Times New Roman" panose="02020603050405020304" pitchFamily="18" charset="0"/>
                <a:cs typeface="Times New Roman" panose="02020603050405020304" pitchFamily="18" charset="0"/>
              </a:rPr>
              <a:t> Protocols for communicating during emergencies.</a:t>
            </a:r>
          </a:p>
        </p:txBody>
      </p:sp>
      <p:pic>
        <p:nvPicPr>
          <p:cNvPr id="5" name="Picture 4">
            <a:extLst>
              <a:ext uri="{FF2B5EF4-FFF2-40B4-BE49-F238E27FC236}">
                <a16:creationId xmlns:a16="http://schemas.microsoft.com/office/drawing/2014/main" id="{3A6D6888-2D3A-41C1-9613-2221189DB2D1}"/>
              </a:ext>
            </a:extLst>
          </p:cNvPr>
          <p:cNvPicPr>
            <a:picLocks noChangeAspect="1"/>
          </p:cNvPicPr>
          <p:nvPr/>
        </p:nvPicPr>
        <p:blipFill rotWithShape="1">
          <a:blip r:embed="rId2">
            <a:extLst>
              <a:ext uri="{28A0092B-C50C-407E-A947-70E740481C1C}">
                <a14:useLocalDpi xmlns:a14="http://schemas.microsoft.com/office/drawing/2010/main" val="0"/>
              </a:ext>
            </a:extLst>
          </a:blip>
          <a:srcRect l="19908" t="679" r="29503" b="8669"/>
          <a:stretch/>
        </p:blipFill>
        <p:spPr>
          <a:xfrm>
            <a:off x="6431280" y="-21909"/>
            <a:ext cx="5760720" cy="6879909"/>
          </a:xfrm>
          <a:prstGeom prst="rect">
            <a:avLst/>
          </a:prstGeom>
        </p:spPr>
      </p:pic>
    </p:spTree>
    <p:extLst>
      <p:ext uri="{BB962C8B-B14F-4D97-AF65-F5344CB8AC3E}">
        <p14:creationId xmlns:p14="http://schemas.microsoft.com/office/powerpoint/2010/main" val="3903038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F3669-073E-4570-9415-A2271A37A215}"/>
              </a:ext>
            </a:extLst>
          </p:cNvPr>
          <p:cNvSpPr>
            <a:spLocks noGrp="1"/>
          </p:cNvSpPr>
          <p:nvPr>
            <p:ph type="title"/>
          </p:nvPr>
        </p:nvSpPr>
        <p:spPr>
          <a:xfrm>
            <a:off x="6441440" y="349884"/>
            <a:ext cx="5984240" cy="1325563"/>
          </a:xfrm>
        </p:spPr>
        <p:txBody>
          <a:bodyPr/>
          <a:lstStyle/>
          <a:p>
            <a:r>
              <a:rPr lang="en-US" sz="4400" b="1" dirty="0">
                <a:latin typeface="Times New Roman" panose="02020603050405020304" pitchFamily="18" charset="0"/>
                <a:cs typeface="Times New Roman" panose="02020603050405020304" pitchFamily="18" charset="0"/>
              </a:rPr>
              <a:t>Strategic Time </a:t>
            </a:r>
            <a:br>
              <a:rPr lang="en-US" sz="4400" b="1" dirty="0">
                <a:latin typeface="Times New Roman" panose="02020603050405020304" pitchFamily="18" charset="0"/>
                <a:cs typeface="Times New Roman" panose="02020603050405020304" pitchFamily="18" charset="0"/>
              </a:rPr>
            </a:br>
            <a:r>
              <a:rPr lang="en-US" sz="4400" b="1" dirty="0">
                <a:latin typeface="Times New Roman" panose="02020603050405020304" pitchFamily="18" charset="0"/>
                <a:cs typeface="Times New Roman" panose="02020603050405020304" pitchFamily="18" charset="0"/>
              </a:rPr>
              <a:t>Management</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B98D752-1EFE-48F8-91F6-6277C0A482A1}"/>
              </a:ext>
            </a:extLst>
          </p:cNvPr>
          <p:cNvSpPr>
            <a:spLocks noGrp="1"/>
          </p:cNvSpPr>
          <p:nvPr>
            <p:ph idx="1"/>
          </p:nvPr>
        </p:nvSpPr>
        <p:spPr>
          <a:xfrm>
            <a:off x="6565900" y="1675447"/>
            <a:ext cx="6502400" cy="5121593"/>
          </a:xfrm>
        </p:spPr>
        <p:txBody>
          <a:bodyPr>
            <a:noAutofit/>
          </a:bodyPr>
          <a:lstStyle/>
          <a:p>
            <a:pPr marL="0" indent="0">
              <a:lnSpc>
                <a:spcPct val="150000"/>
              </a:lnSpc>
              <a:buNone/>
            </a:pPr>
            <a:r>
              <a:rPr lang="en-US" sz="2000" b="1" dirty="0">
                <a:latin typeface="Times New Roman" panose="02020603050405020304" pitchFamily="18" charset="0"/>
                <a:cs typeface="Times New Roman" panose="02020603050405020304" pitchFamily="18" charset="0"/>
              </a:rPr>
              <a:t>Event Timeline Management:</a:t>
            </a:r>
          </a:p>
          <a:p>
            <a:pPr marL="0" indent="0">
              <a:lnSpc>
                <a:spcPct val="150000"/>
              </a:lnSpc>
              <a:buNone/>
            </a:pPr>
            <a:r>
              <a:rPr lang="en-US" sz="2000" b="1" dirty="0">
                <a:latin typeface="Times New Roman" panose="02020603050405020304" pitchFamily="18" charset="0"/>
                <a:cs typeface="Times New Roman" panose="02020603050405020304" pitchFamily="18" charset="0"/>
              </a:rPr>
              <a:t>Planning Methodologies:</a:t>
            </a:r>
          </a:p>
          <a:p>
            <a:r>
              <a:rPr lang="en-US" sz="2000" dirty="0">
                <a:latin typeface="Times New Roman" panose="02020603050405020304" pitchFamily="18" charset="0"/>
                <a:cs typeface="Times New Roman" panose="02020603050405020304" pitchFamily="18" charset="0"/>
              </a:rPr>
              <a:t>Analysis of the critical path.</a:t>
            </a:r>
          </a:p>
          <a:p>
            <a:r>
              <a:rPr lang="en-US" sz="2000" dirty="0">
                <a:latin typeface="Times New Roman" panose="02020603050405020304" pitchFamily="18" charset="0"/>
                <a:cs typeface="Times New Roman" panose="02020603050405020304" pitchFamily="18" charset="0"/>
              </a:rPr>
              <a:t>Monitoring milestones.</a:t>
            </a:r>
          </a:p>
          <a:p>
            <a:r>
              <a:rPr lang="en-US" sz="2000" dirty="0">
                <a:latin typeface="Times New Roman" panose="02020603050405020304" pitchFamily="18" charset="0"/>
                <a:cs typeface="Times New Roman" panose="02020603050405020304" pitchFamily="18" charset="0"/>
              </a:rPr>
              <a:t>Allocating time for contingencies.</a:t>
            </a:r>
          </a:p>
          <a:p>
            <a:r>
              <a:rPr lang="en-US" sz="2000" dirty="0">
                <a:latin typeface="Times New Roman" panose="02020603050405020304" pitchFamily="18" charset="0"/>
                <a:cs typeface="Times New Roman" panose="02020603050405020304" pitchFamily="18" charset="0"/>
              </a:rPr>
              <a:t>Scheduling of resources.</a:t>
            </a:r>
          </a:p>
          <a:p>
            <a:pPr marL="0" indent="0">
              <a:lnSpc>
                <a:spcPct val="150000"/>
              </a:lnSpc>
              <a:buNone/>
            </a:pPr>
            <a:r>
              <a:rPr lang="en-US" sz="2000" b="1" dirty="0">
                <a:latin typeface="Times New Roman" panose="02020603050405020304" pitchFamily="18" charset="0"/>
                <a:cs typeface="Times New Roman" panose="02020603050405020304" pitchFamily="18" charset="0"/>
              </a:rPr>
              <a:t>Results Achieved:</a:t>
            </a:r>
          </a:p>
          <a:p>
            <a:r>
              <a:rPr lang="en-US" sz="2000" dirty="0">
                <a:latin typeface="Times New Roman" panose="02020603050405020304" pitchFamily="18" charset="0"/>
                <a:cs typeface="Times New Roman" panose="02020603050405020304" pitchFamily="18" charset="0"/>
              </a:rPr>
              <a:t>Complete adherence to deadlines.</a:t>
            </a:r>
          </a:p>
          <a:p>
            <a:r>
              <a:rPr lang="en-US" sz="2000" dirty="0">
                <a:latin typeface="Times New Roman" panose="02020603050405020304" pitchFamily="18" charset="0"/>
                <a:cs typeface="Times New Roman" panose="02020603050405020304" pitchFamily="18" charset="0"/>
              </a:rPr>
              <a:t>Effective use of resources.</a:t>
            </a:r>
          </a:p>
          <a:p>
            <a:r>
              <a:rPr lang="en-US" sz="2000" dirty="0">
                <a:latin typeface="Times New Roman" panose="02020603050405020304" pitchFamily="18" charset="0"/>
                <a:cs typeface="Times New Roman" panose="02020603050405020304" pitchFamily="18" charset="0"/>
              </a:rPr>
              <a:t>The event was executed smoothly.</a:t>
            </a:r>
          </a:p>
        </p:txBody>
      </p:sp>
      <p:pic>
        <p:nvPicPr>
          <p:cNvPr id="5" name="Picture 4">
            <a:extLst>
              <a:ext uri="{FF2B5EF4-FFF2-40B4-BE49-F238E27FC236}">
                <a16:creationId xmlns:a16="http://schemas.microsoft.com/office/drawing/2014/main" id="{9768DF4D-0367-4FCF-B74B-EE9CEA071753}"/>
              </a:ext>
            </a:extLst>
          </p:cNvPr>
          <p:cNvPicPr>
            <a:picLocks noChangeAspect="1"/>
          </p:cNvPicPr>
          <p:nvPr/>
        </p:nvPicPr>
        <p:blipFill rotWithShape="1">
          <a:blip r:embed="rId2">
            <a:extLst>
              <a:ext uri="{28A0092B-C50C-407E-A947-70E740481C1C}">
                <a14:useLocalDpi xmlns:a14="http://schemas.microsoft.com/office/drawing/2010/main" val="0"/>
              </a:ext>
            </a:extLst>
          </a:blip>
          <a:srcRect l="19447" r="27163" b="9879"/>
          <a:stretch/>
        </p:blipFill>
        <p:spPr>
          <a:xfrm>
            <a:off x="0" y="0"/>
            <a:ext cx="6096000" cy="6858000"/>
          </a:xfrm>
          <a:prstGeom prst="rect">
            <a:avLst/>
          </a:prstGeom>
        </p:spPr>
      </p:pic>
    </p:spTree>
    <p:extLst>
      <p:ext uri="{BB962C8B-B14F-4D97-AF65-F5344CB8AC3E}">
        <p14:creationId xmlns:p14="http://schemas.microsoft.com/office/powerpoint/2010/main" val="1419837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D40D2-B241-4114-B1CC-C2D2899213BC}"/>
              </a:ext>
            </a:extLst>
          </p:cNvPr>
          <p:cNvSpPr>
            <a:spLocks noGrp="1"/>
          </p:cNvSpPr>
          <p:nvPr>
            <p:ph type="title"/>
          </p:nvPr>
        </p:nvSpPr>
        <p:spPr>
          <a:xfrm>
            <a:off x="167640" y="233045"/>
            <a:ext cx="4983480" cy="1325563"/>
          </a:xfrm>
        </p:spPr>
        <p:txBody>
          <a:bodyPr>
            <a:normAutofit/>
          </a:bodyPr>
          <a:lstStyle/>
          <a:p>
            <a:r>
              <a:rPr lang="en-US" sz="3600" b="1" dirty="0">
                <a:latin typeface="Times New Roman" panose="02020603050405020304" pitchFamily="18" charset="0"/>
                <a:cs typeface="Times New Roman" panose="02020603050405020304" pitchFamily="18" charset="0"/>
              </a:rPr>
              <a:t>Team Collaboration</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860B48F-2F42-4707-BCB2-F17BB1746848}"/>
              </a:ext>
            </a:extLst>
          </p:cNvPr>
          <p:cNvSpPr>
            <a:spLocks noGrp="1"/>
          </p:cNvSpPr>
          <p:nvPr>
            <p:ph idx="1"/>
          </p:nvPr>
        </p:nvSpPr>
        <p:spPr>
          <a:xfrm>
            <a:off x="289560" y="1294448"/>
            <a:ext cx="5532120" cy="4964112"/>
          </a:xfrm>
        </p:spPr>
        <p:txBody>
          <a:bodyPr>
            <a:normAutofit/>
          </a:bodyPr>
          <a:lstStyle/>
          <a:p>
            <a:pPr marL="0" indent="0">
              <a:lnSpc>
                <a:spcPct val="150000"/>
              </a:lnSpc>
              <a:buNone/>
            </a:pPr>
            <a:r>
              <a:rPr lang="en-US" sz="2400" b="1" dirty="0">
                <a:latin typeface="Times New Roman" panose="02020603050405020304" pitchFamily="18" charset="0"/>
                <a:cs typeface="Times New Roman" panose="02020603050405020304" pitchFamily="18" charset="0"/>
              </a:rPr>
              <a:t>Coordination Strategies:</a:t>
            </a:r>
          </a:p>
          <a:p>
            <a:r>
              <a:rPr lang="en-US" sz="2400" dirty="0">
                <a:latin typeface="Times New Roman" panose="02020603050405020304" pitchFamily="18" charset="0"/>
                <a:cs typeface="Times New Roman" panose="02020603050405020304" pitchFamily="18" charset="0"/>
              </a:rPr>
              <a:t> Cross-functional team meetings</a:t>
            </a:r>
          </a:p>
          <a:p>
            <a:r>
              <a:rPr lang="en-US" sz="2400" dirty="0">
                <a:latin typeface="Times New Roman" panose="02020603050405020304" pitchFamily="18" charset="0"/>
                <a:cs typeface="Times New Roman" panose="02020603050405020304" pitchFamily="18" charset="0"/>
              </a:rPr>
              <a:t> The management of volunteers.</a:t>
            </a:r>
          </a:p>
          <a:p>
            <a:r>
              <a:rPr lang="en-US" sz="2400" dirty="0">
                <a:latin typeface="Times New Roman" panose="02020603050405020304" pitchFamily="18" charset="0"/>
                <a:cs typeface="Times New Roman" panose="02020603050405020304" pitchFamily="18" charset="0"/>
              </a:rPr>
              <a:t>Coordination between departments. </a:t>
            </a:r>
          </a:p>
          <a:p>
            <a:r>
              <a:rPr lang="en-US" sz="2400" dirty="0">
                <a:latin typeface="Times New Roman" panose="02020603050405020304" pitchFamily="18" charset="0"/>
                <a:cs typeface="Times New Roman" panose="02020603050405020304" pitchFamily="18" charset="0"/>
              </a:rPr>
              <a:t>Liaison with partner organizations.</a:t>
            </a:r>
          </a:p>
          <a:p>
            <a:pPr marL="0" indent="0">
              <a:lnSpc>
                <a:spcPct val="150000"/>
              </a:lnSpc>
              <a:buNone/>
            </a:pPr>
            <a:r>
              <a:rPr lang="en-US" sz="2400" b="1" dirty="0">
                <a:latin typeface="Times New Roman" panose="02020603050405020304" pitchFamily="18" charset="0"/>
                <a:cs typeface="Times New Roman" panose="02020603050405020304" pitchFamily="18" charset="0"/>
              </a:rPr>
              <a:t>Collaboration Outcomes:</a:t>
            </a:r>
          </a:p>
          <a:p>
            <a:r>
              <a:rPr lang="en-US" sz="2400" dirty="0">
                <a:latin typeface="Times New Roman" panose="02020603050405020304" pitchFamily="18" charset="0"/>
                <a:cs typeface="Times New Roman" panose="02020603050405020304" pitchFamily="18" charset="0"/>
              </a:rPr>
              <a:t>Smooth teamwork.</a:t>
            </a:r>
          </a:p>
          <a:p>
            <a:r>
              <a:rPr lang="en-US" sz="2400" dirty="0">
                <a:latin typeface="Times New Roman" panose="02020603050405020304" pitchFamily="18" charset="0"/>
                <a:cs typeface="Times New Roman" panose="02020603050405020304" pitchFamily="18" charset="0"/>
              </a:rPr>
              <a:t>The ability to solve problems effectively.</a:t>
            </a:r>
          </a:p>
          <a:p>
            <a:r>
              <a:rPr lang="en-US" sz="2400" dirty="0">
                <a:latin typeface="Times New Roman" panose="02020603050405020304" pitchFamily="18" charset="0"/>
                <a:cs typeface="Times New Roman" panose="02020603050405020304" pitchFamily="18" charset="0"/>
              </a:rPr>
              <a:t>Integration of multiple teams is successful.</a:t>
            </a:r>
          </a:p>
        </p:txBody>
      </p:sp>
      <p:pic>
        <p:nvPicPr>
          <p:cNvPr id="7" name="Picture 6">
            <a:extLst>
              <a:ext uri="{FF2B5EF4-FFF2-40B4-BE49-F238E27FC236}">
                <a16:creationId xmlns:a16="http://schemas.microsoft.com/office/drawing/2014/main" id="{BBEA8211-0084-4BA1-BE16-D5A4B5CBA735}"/>
              </a:ext>
            </a:extLst>
          </p:cNvPr>
          <p:cNvPicPr>
            <a:picLocks noChangeAspect="1"/>
          </p:cNvPicPr>
          <p:nvPr/>
        </p:nvPicPr>
        <p:blipFill rotWithShape="1">
          <a:blip r:embed="rId2">
            <a:extLst>
              <a:ext uri="{28A0092B-C50C-407E-A947-70E740481C1C}">
                <a14:useLocalDpi xmlns:a14="http://schemas.microsoft.com/office/drawing/2010/main" val="0"/>
              </a:ext>
            </a:extLst>
          </a:blip>
          <a:srcRect l="36699" t="40" r="6937" b="9987"/>
          <a:stretch/>
        </p:blipFill>
        <p:spPr>
          <a:xfrm>
            <a:off x="5821680" y="0"/>
            <a:ext cx="6370320" cy="6858000"/>
          </a:xfrm>
          <a:prstGeom prst="rect">
            <a:avLst/>
          </a:prstGeom>
        </p:spPr>
      </p:pic>
    </p:spTree>
    <p:extLst>
      <p:ext uri="{BB962C8B-B14F-4D97-AF65-F5344CB8AC3E}">
        <p14:creationId xmlns:p14="http://schemas.microsoft.com/office/powerpoint/2010/main" val="2540221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2C493-616F-49CA-A6F6-8949FD97C872}"/>
              </a:ext>
            </a:extLst>
          </p:cNvPr>
          <p:cNvSpPr>
            <a:spLocks noGrp="1"/>
          </p:cNvSpPr>
          <p:nvPr>
            <p:ph type="title"/>
          </p:nvPr>
        </p:nvSpPr>
        <p:spPr>
          <a:xfrm>
            <a:off x="6096000" y="351606"/>
            <a:ext cx="5491480" cy="1325563"/>
          </a:xfrm>
        </p:spPr>
        <p:txBody>
          <a:bodyPr>
            <a:normAutofit/>
          </a:bodyPr>
          <a:lstStyle/>
          <a:p>
            <a:r>
              <a:rPr lang="en-US" sz="3600" b="1" dirty="0">
                <a:latin typeface="Times New Roman" panose="02020603050405020304" pitchFamily="18" charset="0"/>
                <a:cs typeface="Times New Roman" panose="02020603050405020304" pitchFamily="18" charset="0"/>
              </a:rPr>
              <a:t>Resource Management</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826796D-6C36-4C06-BB5E-75C524B4C7C4}"/>
              </a:ext>
            </a:extLst>
          </p:cNvPr>
          <p:cNvSpPr>
            <a:spLocks noGrp="1"/>
          </p:cNvSpPr>
          <p:nvPr>
            <p:ph idx="1"/>
          </p:nvPr>
        </p:nvSpPr>
        <p:spPr>
          <a:xfrm>
            <a:off x="6223000" y="1475464"/>
            <a:ext cx="5969000" cy="4351338"/>
          </a:xfrm>
        </p:spPr>
        <p:txBody>
          <a:bodyPr>
            <a:normAutofit fontScale="25000" lnSpcReduction="20000"/>
          </a:bodyPr>
          <a:lstStyle/>
          <a:p>
            <a:pPr marL="0" indent="0">
              <a:buNone/>
            </a:pPr>
            <a:r>
              <a:rPr lang="en-US" sz="8000" b="1" dirty="0">
                <a:latin typeface="Times New Roman" panose="02020603050405020304" pitchFamily="18" charset="0"/>
                <a:cs typeface="Times New Roman" panose="02020603050405020304" pitchFamily="18" charset="0"/>
              </a:rPr>
              <a:t>Internal Resources:</a:t>
            </a:r>
          </a:p>
          <a:p>
            <a:r>
              <a:rPr lang="en-US" sz="8000" dirty="0">
                <a:latin typeface="Times New Roman" panose="02020603050405020304" pitchFamily="18" charset="0"/>
                <a:cs typeface="Times New Roman" panose="02020603050405020304" pitchFamily="18" charset="0"/>
              </a:rPr>
              <a:t>Team skills in planning, marketing, coordination, and communication</a:t>
            </a:r>
          </a:p>
          <a:p>
            <a:r>
              <a:rPr lang="en-US" sz="8000" dirty="0">
                <a:latin typeface="Times New Roman" panose="02020603050405020304" pitchFamily="18" charset="0"/>
                <a:cs typeface="Times New Roman" panose="02020603050405020304" pitchFamily="18" charset="0"/>
              </a:rPr>
              <a:t>Time management and task distribution among team members</a:t>
            </a:r>
          </a:p>
          <a:p>
            <a:r>
              <a:rPr lang="en-US" sz="8000" dirty="0">
                <a:latin typeface="Times New Roman" panose="02020603050405020304" pitchFamily="18" charset="0"/>
                <a:cs typeface="Times New Roman" panose="02020603050405020304" pitchFamily="18" charset="0"/>
              </a:rPr>
              <a:t>Use of digital tools (WhatsApp, Google Drive, shared documents)</a:t>
            </a:r>
          </a:p>
          <a:p>
            <a:pPr marL="0" indent="0">
              <a:buNone/>
            </a:pPr>
            <a:r>
              <a:rPr lang="en-US" sz="8000" b="1" dirty="0">
                <a:latin typeface="Times New Roman" panose="02020603050405020304" pitchFamily="18" charset="0"/>
                <a:cs typeface="Times New Roman" panose="02020603050405020304" pitchFamily="18" charset="0"/>
              </a:rPr>
              <a:t>External Resources</a:t>
            </a:r>
          </a:p>
          <a:p>
            <a:r>
              <a:rPr lang="en-US" sz="8000" dirty="0">
                <a:latin typeface="Times New Roman" panose="02020603050405020304" pitchFamily="18" charset="0"/>
                <a:cs typeface="Times New Roman" panose="02020603050405020304" pitchFamily="18" charset="0"/>
              </a:rPr>
              <a:t>Venue and equipment provided by the campus at no cost</a:t>
            </a:r>
          </a:p>
          <a:p>
            <a:r>
              <a:rPr lang="en-US" sz="8000" dirty="0">
                <a:latin typeface="Times New Roman" panose="02020603050405020304" pitchFamily="18" charset="0"/>
                <a:cs typeface="Times New Roman" panose="02020603050405020304" pitchFamily="18" charset="0"/>
              </a:rPr>
              <a:t>Support from sponsors through services (photography, promotion, guest speakers)</a:t>
            </a:r>
          </a:p>
          <a:p>
            <a:pPr marL="0" indent="0">
              <a:buNone/>
            </a:pPr>
            <a:r>
              <a:rPr lang="en-US" sz="8000" b="1" dirty="0">
                <a:latin typeface="Times New Roman" panose="02020603050405020304" pitchFamily="18" charset="0"/>
                <a:cs typeface="Times New Roman" panose="02020603050405020304" pitchFamily="18" charset="0"/>
              </a:rPr>
              <a:t>Resource Optimization</a:t>
            </a:r>
          </a:p>
          <a:p>
            <a:r>
              <a:rPr lang="en-US" sz="8000" dirty="0">
                <a:latin typeface="Times New Roman" panose="02020603050405020304" pitchFamily="18" charset="0"/>
                <a:cs typeface="Times New Roman" panose="02020603050405020304" pitchFamily="18" charset="0"/>
              </a:rPr>
              <a:t>Maximum use of existing campus facilities</a:t>
            </a:r>
          </a:p>
          <a:p>
            <a:r>
              <a:rPr lang="en-US" sz="8000" dirty="0">
                <a:latin typeface="Times New Roman" panose="02020603050405020304" pitchFamily="18" charset="0"/>
                <a:cs typeface="Times New Roman" panose="02020603050405020304" pitchFamily="18" charset="0"/>
              </a:rPr>
              <a:t>Efficient allocation of team member roles</a:t>
            </a:r>
          </a:p>
          <a:p>
            <a:r>
              <a:rPr lang="en-US" sz="8000" dirty="0">
                <a:latin typeface="Times New Roman" panose="02020603050405020304" pitchFamily="18" charset="0"/>
                <a:cs typeface="Times New Roman" panose="02020603050405020304" pitchFamily="18" charset="0"/>
              </a:rPr>
              <a:t>Using digital processes to reduce the need for physical resources</a:t>
            </a:r>
          </a:p>
          <a:p>
            <a:endParaRPr lang="en-US"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1B2C7A8A-D744-4444-B012-1495B0875CC0}"/>
              </a:ext>
            </a:extLst>
          </p:cNvPr>
          <p:cNvPicPr>
            <a:picLocks noChangeAspect="1"/>
          </p:cNvPicPr>
          <p:nvPr/>
        </p:nvPicPr>
        <p:blipFill rotWithShape="1">
          <a:blip r:embed="rId2">
            <a:extLst>
              <a:ext uri="{28A0092B-C50C-407E-A947-70E740481C1C}">
                <a14:useLocalDpi xmlns:a14="http://schemas.microsoft.com/office/drawing/2010/main" val="0"/>
              </a:ext>
            </a:extLst>
          </a:blip>
          <a:srcRect l="3987" r="44574" b="10239"/>
          <a:stretch/>
        </p:blipFill>
        <p:spPr>
          <a:xfrm>
            <a:off x="-74917" y="0"/>
            <a:ext cx="5896597" cy="6858000"/>
          </a:xfrm>
          <a:prstGeom prst="rect">
            <a:avLst/>
          </a:prstGeom>
        </p:spPr>
      </p:pic>
    </p:spTree>
    <p:extLst>
      <p:ext uri="{BB962C8B-B14F-4D97-AF65-F5344CB8AC3E}">
        <p14:creationId xmlns:p14="http://schemas.microsoft.com/office/powerpoint/2010/main" val="3939950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5F696-E187-4FE0-A7BE-F51A37EF409D}"/>
              </a:ext>
            </a:extLst>
          </p:cNvPr>
          <p:cNvSpPr>
            <a:spLocks noGrp="1"/>
          </p:cNvSpPr>
          <p:nvPr>
            <p:ph type="title"/>
          </p:nvPr>
        </p:nvSpPr>
        <p:spPr>
          <a:xfrm>
            <a:off x="340360" y="80645"/>
            <a:ext cx="10515600" cy="1325563"/>
          </a:xfrm>
        </p:spPr>
        <p:txBody>
          <a:bodyPr>
            <a:normAutofit/>
          </a:bodyPr>
          <a:lstStyle/>
          <a:p>
            <a:r>
              <a:rPr lang="en-US" sz="3600" b="1" dirty="0">
                <a:latin typeface="Times New Roman" panose="02020603050405020304" pitchFamily="18" charset="0"/>
                <a:cs typeface="Times New Roman" panose="02020603050405020304" pitchFamily="18" charset="0"/>
              </a:rPr>
              <a:t>Problem-Solving Framework</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312420F-FF65-4DB3-96D7-4DAD651CA8A3}"/>
              </a:ext>
            </a:extLst>
          </p:cNvPr>
          <p:cNvSpPr>
            <a:spLocks noGrp="1"/>
          </p:cNvSpPr>
          <p:nvPr>
            <p:ph idx="1"/>
          </p:nvPr>
        </p:nvSpPr>
        <p:spPr>
          <a:xfrm>
            <a:off x="594360" y="1253331"/>
            <a:ext cx="5908040" cy="4351338"/>
          </a:xfrm>
        </p:spPr>
        <p:txBody>
          <a:bodyPr>
            <a:noAutofit/>
          </a:bodyPr>
          <a:lstStyle/>
          <a:p>
            <a:pPr marL="0" indent="0">
              <a:lnSpc>
                <a:spcPct val="150000"/>
              </a:lnSpc>
              <a:buNone/>
            </a:pPr>
            <a:r>
              <a:rPr lang="en-US" sz="2000" dirty="0">
                <a:latin typeface="Times New Roman" panose="02020603050405020304" pitchFamily="18" charset="0"/>
                <a:cs typeface="Times New Roman" panose="02020603050405020304" pitchFamily="18" charset="0"/>
              </a:rPr>
              <a:t>Our Problem-Solving Methodology:</a:t>
            </a:r>
          </a:p>
          <a:p>
            <a:pPr marL="0" indent="0">
              <a:lnSpc>
                <a:spcPct val="150000"/>
              </a:lnSpc>
              <a:buNone/>
            </a:pPr>
            <a:r>
              <a:rPr lang="en-US" sz="2000" b="1" dirty="0">
                <a:latin typeface="Times New Roman" panose="02020603050405020304" pitchFamily="18" charset="0"/>
                <a:cs typeface="Times New Roman" panose="02020603050405020304" pitchFamily="18" charset="0"/>
              </a:rPr>
              <a:t>Step 1: Problem Identification</a:t>
            </a:r>
          </a:p>
          <a:p>
            <a:r>
              <a:rPr lang="en-US" sz="2000" dirty="0">
                <a:latin typeface="Times New Roman" panose="02020603050405020304" pitchFamily="18" charset="0"/>
                <a:cs typeface="Times New Roman" panose="02020603050405020304" pitchFamily="18" charset="0"/>
              </a:rPr>
              <a:t>Analysis of the root cause.</a:t>
            </a:r>
          </a:p>
          <a:p>
            <a:r>
              <a:rPr lang="en-US" sz="2000" dirty="0">
                <a:latin typeface="Times New Roman" panose="02020603050405020304" pitchFamily="18" charset="0"/>
                <a:cs typeface="Times New Roman" panose="02020603050405020304" pitchFamily="18" charset="0"/>
              </a:rPr>
              <a:t>Evaluation of the impact.</a:t>
            </a:r>
          </a:p>
          <a:p>
            <a:pPr marL="0" indent="0">
              <a:lnSpc>
                <a:spcPct val="150000"/>
              </a:lnSpc>
              <a:buNone/>
            </a:pPr>
            <a:r>
              <a:rPr lang="en-US" sz="2000" b="1" dirty="0">
                <a:latin typeface="Times New Roman" panose="02020603050405020304" pitchFamily="18" charset="0"/>
                <a:cs typeface="Times New Roman" panose="02020603050405020304" pitchFamily="18" charset="0"/>
              </a:rPr>
              <a:t>Step 2: Solution Brainstorming</a:t>
            </a:r>
          </a:p>
          <a:p>
            <a:r>
              <a:rPr lang="en-US" sz="2000" dirty="0">
                <a:latin typeface="Times New Roman" panose="02020603050405020304" pitchFamily="18" charset="0"/>
                <a:cs typeface="Times New Roman" panose="02020603050405020304" pitchFamily="18" charset="0"/>
              </a:rPr>
              <a:t>Group brainstorming sessions.</a:t>
            </a:r>
          </a:p>
          <a:p>
            <a:r>
              <a:rPr lang="en-US" sz="2000" dirty="0">
                <a:latin typeface="Times New Roman" panose="02020603050405020304" pitchFamily="18" charset="0"/>
                <a:cs typeface="Times New Roman" panose="02020603050405020304" pitchFamily="18" charset="0"/>
              </a:rPr>
              <a:t>The creation of alternative solutions.</a:t>
            </a:r>
          </a:p>
          <a:p>
            <a:pPr marL="0" indent="0">
              <a:lnSpc>
                <a:spcPct val="150000"/>
              </a:lnSpc>
              <a:buNone/>
            </a:pPr>
            <a:r>
              <a:rPr lang="en-US" sz="2000" b="1" dirty="0">
                <a:latin typeface="Times New Roman" panose="02020603050405020304" pitchFamily="18" charset="0"/>
                <a:cs typeface="Times New Roman" panose="02020603050405020304" pitchFamily="18" charset="0"/>
              </a:rPr>
              <a:t>Step 3: Implementation &amp; Monitoring</a:t>
            </a:r>
          </a:p>
          <a:p>
            <a:r>
              <a:rPr lang="en-US" sz="2000" dirty="0">
                <a:latin typeface="Times New Roman" panose="02020603050405020304" pitchFamily="18" charset="0"/>
                <a:cs typeface="Times New Roman" panose="02020603050405020304" pitchFamily="18" charset="0"/>
              </a:rPr>
              <a:t>The implementation of the action plan.</a:t>
            </a:r>
          </a:p>
          <a:p>
            <a:r>
              <a:rPr lang="en-US" sz="2000" dirty="0">
                <a:latin typeface="Times New Roman" panose="02020603050405020304" pitchFamily="18" charset="0"/>
                <a:cs typeface="Times New Roman" panose="02020603050405020304" pitchFamily="18" charset="0"/>
              </a:rPr>
              <a:t>Ongoing assessment.</a:t>
            </a:r>
          </a:p>
          <a:p>
            <a:r>
              <a:rPr lang="en-US" sz="2000" dirty="0">
                <a:latin typeface="Times New Roman" panose="02020603050405020304" pitchFamily="18" charset="0"/>
                <a:cs typeface="Times New Roman" panose="02020603050405020304" pitchFamily="18" charset="0"/>
              </a:rPr>
              <a:t>Modification and improvement.</a:t>
            </a:r>
          </a:p>
        </p:txBody>
      </p:sp>
      <p:pic>
        <p:nvPicPr>
          <p:cNvPr id="5" name="Picture 4">
            <a:extLst>
              <a:ext uri="{FF2B5EF4-FFF2-40B4-BE49-F238E27FC236}">
                <a16:creationId xmlns:a16="http://schemas.microsoft.com/office/drawing/2014/main" id="{F91ADB8D-B709-44D2-9987-7AB29BE5589E}"/>
              </a:ext>
            </a:extLst>
          </p:cNvPr>
          <p:cNvPicPr>
            <a:picLocks noChangeAspect="1"/>
          </p:cNvPicPr>
          <p:nvPr/>
        </p:nvPicPr>
        <p:blipFill rotWithShape="1">
          <a:blip r:embed="rId2">
            <a:extLst>
              <a:ext uri="{28A0092B-C50C-407E-A947-70E740481C1C}">
                <a14:useLocalDpi xmlns:a14="http://schemas.microsoft.com/office/drawing/2010/main" val="0"/>
              </a:ext>
            </a:extLst>
          </a:blip>
          <a:srcRect l="38410" r="7622" b="10239"/>
          <a:stretch/>
        </p:blipFill>
        <p:spPr>
          <a:xfrm>
            <a:off x="6228080" y="0"/>
            <a:ext cx="6186442" cy="6858000"/>
          </a:xfrm>
          <a:prstGeom prst="rect">
            <a:avLst/>
          </a:prstGeom>
        </p:spPr>
      </p:pic>
    </p:spTree>
    <p:extLst>
      <p:ext uri="{BB962C8B-B14F-4D97-AF65-F5344CB8AC3E}">
        <p14:creationId xmlns:p14="http://schemas.microsoft.com/office/powerpoint/2010/main" val="3348575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C73DA-7C60-4FB5-8DEB-02E3455866CC}"/>
              </a:ext>
            </a:extLst>
          </p:cNvPr>
          <p:cNvSpPr>
            <a:spLocks noGrp="1"/>
          </p:cNvSpPr>
          <p:nvPr>
            <p:ph type="title"/>
          </p:nvPr>
        </p:nvSpPr>
        <p:spPr>
          <a:xfrm>
            <a:off x="5098212" y="222408"/>
            <a:ext cx="7112000" cy="1325563"/>
          </a:xfrm>
        </p:spPr>
        <p:txBody>
          <a:bodyPr>
            <a:normAutofit/>
          </a:bodyPr>
          <a:lstStyle/>
          <a:p>
            <a:r>
              <a:rPr lang="en-US" sz="3600" b="1" dirty="0">
                <a:latin typeface="Times New Roman" panose="02020603050405020304" pitchFamily="18" charset="0"/>
                <a:cs typeface="Times New Roman" panose="02020603050405020304" pitchFamily="18" charset="0"/>
              </a:rPr>
              <a:t>Key Achievements &amp; Impact</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710305D-5276-4CEA-BBD7-8A533BB49741}"/>
              </a:ext>
            </a:extLst>
          </p:cNvPr>
          <p:cNvSpPr>
            <a:spLocks noGrp="1"/>
          </p:cNvSpPr>
          <p:nvPr>
            <p:ph idx="1"/>
          </p:nvPr>
        </p:nvSpPr>
        <p:spPr>
          <a:xfrm>
            <a:off x="5098212" y="1169902"/>
            <a:ext cx="7112000" cy="5157629"/>
          </a:xfrm>
        </p:spPr>
        <p:txBody>
          <a:bodyPr>
            <a:noAutofit/>
          </a:bodyPr>
          <a:lstStyle/>
          <a:p>
            <a:pPr marL="0" indent="0">
              <a:lnSpc>
                <a:spcPct val="150000"/>
              </a:lnSpc>
              <a:buNone/>
            </a:pPr>
            <a:r>
              <a:rPr lang="en-US" sz="2400" dirty="0">
                <a:latin typeface="Times New Roman" panose="02020603050405020304" pitchFamily="18" charset="0"/>
                <a:cs typeface="Times New Roman" panose="02020603050405020304" pitchFamily="18" charset="0"/>
              </a:rPr>
              <a:t>Our Event Success Metrics</a:t>
            </a:r>
          </a:p>
          <a:p>
            <a:pPr marL="0" indent="0">
              <a:lnSpc>
                <a:spcPct val="150000"/>
              </a:lnSpc>
              <a:buNone/>
            </a:pPr>
            <a:r>
              <a:rPr lang="en-US" sz="2400" b="1" dirty="0">
                <a:latin typeface="Times New Roman" panose="02020603050405020304" pitchFamily="18" charset="0"/>
                <a:cs typeface="Times New Roman" panose="02020603050405020304" pitchFamily="18" charset="0"/>
              </a:rPr>
              <a:t>Event Execution Excellence:</a:t>
            </a:r>
          </a:p>
          <a:p>
            <a:r>
              <a:rPr lang="en-US" sz="2400" dirty="0">
                <a:latin typeface="Times New Roman" panose="02020603050405020304" pitchFamily="18" charset="0"/>
                <a:cs typeface="Times New Roman" panose="02020603050405020304" pitchFamily="18" charset="0"/>
              </a:rPr>
              <a:t>95% of attendees are satisfied.</a:t>
            </a:r>
          </a:p>
          <a:p>
            <a:r>
              <a:rPr lang="en-US" sz="2400" dirty="0">
                <a:latin typeface="Times New Roman" panose="02020603050405020304" pitchFamily="18" charset="0"/>
                <a:cs typeface="Times New Roman" panose="02020603050405020304" pitchFamily="18" charset="0"/>
              </a:rPr>
              <a:t>20% more people than expected showed up.</a:t>
            </a:r>
          </a:p>
          <a:p>
            <a:r>
              <a:rPr lang="en-US" sz="2400" dirty="0">
                <a:latin typeface="Times New Roman" panose="02020603050405020304" pitchFamily="18" charset="0"/>
                <a:cs typeface="Times New Roman" panose="02020603050405020304" pitchFamily="18" charset="0"/>
              </a:rPr>
              <a:t>Complete retention of sponsors for upcoming events.</a:t>
            </a:r>
          </a:p>
          <a:p>
            <a:pPr marL="0" indent="0">
              <a:lnSpc>
                <a:spcPct val="150000"/>
              </a:lnSpc>
              <a:buNone/>
            </a:pPr>
            <a:r>
              <a:rPr lang="en-US" sz="2400" b="1" dirty="0">
                <a:latin typeface="Times New Roman" panose="02020603050405020304" pitchFamily="18" charset="0"/>
                <a:cs typeface="Times New Roman" panose="02020603050405020304" pitchFamily="18" charset="0"/>
              </a:rPr>
              <a:t>Team Performance:</a:t>
            </a:r>
          </a:p>
          <a:p>
            <a:r>
              <a:rPr lang="en-US" sz="2400" dirty="0">
                <a:latin typeface="Times New Roman" panose="02020603050405020304" pitchFamily="18" charset="0"/>
                <a:cs typeface="Times New Roman" panose="02020603050405020304" pitchFamily="18" charset="0"/>
              </a:rPr>
              <a:t> 40% increase in teamwork.</a:t>
            </a:r>
          </a:p>
          <a:p>
            <a:r>
              <a:rPr lang="en-US" sz="2400" dirty="0">
                <a:latin typeface="Times New Roman" panose="02020603050405020304" pitchFamily="18" charset="0"/>
                <a:cs typeface="Times New Roman" panose="02020603050405020304" pitchFamily="18" charset="0"/>
              </a:rPr>
              <a:t> Successful crisis management in 3 critical situations.</a:t>
            </a:r>
          </a:p>
          <a:p>
            <a:r>
              <a:rPr lang="en-US" sz="2400" dirty="0">
                <a:latin typeface="Times New Roman" panose="02020603050405020304" pitchFamily="18" charset="0"/>
                <a:cs typeface="Times New Roman" panose="02020603050405020304" pitchFamily="18" charset="0"/>
              </a:rPr>
              <a:t>Completed tasks 100% on time.</a:t>
            </a:r>
          </a:p>
        </p:txBody>
      </p:sp>
      <p:pic>
        <p:nvPicPr>
          <p:cNvPr id="5" name="Picture 4">
            <a:extLst>
              <a:ext uri="{FF2B5EF4-FFF2-40B4-BE49-F238E27FC236}">
                <a16:creationId xmlns:a16="http://schemas.microsoft.com/office/drawing/2014/main" id="{5ED71C10-818E-4002-AF2E-80D33F832C7B}"/>
              </a:ext>
            </a:extLst>
          </p:cNvPr>
          <p:cNvPicPr>
            <a:picLocks noChangeAspect="1"/>
          </p:cNvPicPr>
          <p:nvPr/>
        </p:nvPicPr>
        <p:blipFill rotWithShape="1">
          <a:blip r:embed="rId2">
            <a:extLst>
              <a:ext uri="{28A0092B-C50C-407E-A947-70E740481C1C}">
                <a14:useLocalDpi xmlns:a14="http://schemas.microsoft.com/office/drawing/2010/main" val="0"/>
              </a:ext>
            </a:extLst>
          </a:blip>
          <a:srcRect l="9038" b="4526"/>
          <a:stretch/>
        </p:blipFill>
        <p:spPr>
          <a:xfrm>
            <a:off x="0" y="0"/>
            <a:ext cx="4919548" cy="6858000"/>
          </a:xfrm>
          <a:prstGeom prst="rect">
            <a:avLst/>
          </a:prstGeom>
        </p:spPr>
      </p:pic>
    </p:spTree>
    <p:extLst>
      <p:ext uri="{BB962C8B-B14F-4D97-AF65-F5344CB8AC3E}">
        <p14:creationId xmlns:p14="http://schemas.microsoft.com/office/powerpoint/2010/main" val="2736471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0B4C2-890E-4B31-B021-0BC0C5455D2F}"/>
              </a:ext>
            </a:extLst>
          </p:cNvPr>
          <p:cNvSpPr>
            <a:spLocks noGrp="1"/>
          </p:cNvSpPr>
          <p:nvPr>
            <p:ph type="title"/>
          </p:nvPr>
        </p:nvSpPr>
        <p:spPr>
          <a:xfrm>
            <a:off x="548640" y="270452"/>
            <a:ext cx="6131560" cy="1325563"/>
          </a:xfrm>
        </p:spPr>
        <p:txBody>
          <a:bodyPr>
            <a:normAutofit/>
          </a:bodyPr>
          <a:lstStyle/>
          <a:p>
            <a:r>
              <a:rPr lang="en-US" sz="3600" b="1" dirty="0">
                <a:latin typeface="Times New Roman" panose="02020603050405020304" pitchFamily="18" charset="0"/>
                <a:cs typeface="Times New Roman" panose="02020603050405020304" pitchFamily="18" charset="0"/>
              </a:rPr>
              <a:t>Industry Partnerships</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F66C572-FA76-4581-9E9C-775576D71B0B}"/>
              </a:ext>
            </a:extLst>
          </p:cNvPr>
          <p:cNvSpPr>
            <a:spLocks noGrp="1"/>
          </p:cNvSpPr>
          <p:nvPr>
            <p:ph idx="1"/>
          </p:nvPr>
        </p:nvSpPr>
        <p:spPr>
          <a:xfrm>
            <a:off x="477520" y="857307"/>
            <a:ext cx="5598160" cy="5730241"/>
          </a:xfrm>
        </p:spPr>
        <p:txBody>
          <a:bodyPr>
            <a:noAutofit/>
          </a:bodyPr>
          <a:lstStyle/>
          <a:p>
            <a:pPr marL="0" indent="0">
              <a:lnSpc>
                <a:spcPct val="110000"/>
              </a:lnSpc>
              <a:buNone/>
            </a:pPr>
            <a:endParaRPr lang="en-US" sz="2400" dirty="0">
              <a:latin typeface="Arial" panose="020B0604020202020204" pitchFamily="34" charset="0"/>
            </a:endParaRPr>
          </a:p>
          <a:p>
            <a:pPr marL="0" indent="0">
              <a:lnSpc>
                <a:spcPct val="220000"/>
              </a:lnSpc>
              <a:buNone/>
            </a:pPr>
            <a:r>
              <a:rPr lang="en-US" sz="2400" b="1" dirty="0">
                <a:latin typeface="Times New Roman" panose="02020603050405020304" pitchFamily="18" charset="0"/>
                <a:cs typeface="Times New Roman" panose="02020603050405020304" pitchFamily="18" charset="0"/>
              </a:rPr>
              <a:t>INTELLEJ </a:t>
            </a:r>
          </a:p>
          <a:p>
            <a:pPr>
              <a:lnSpc>
                <a:spcPct val="110000"/>
              </a:lnSpc>
            </a:pPr>
            <a:r>
              <a:rPr lang="en-US" sz="2400" dirty="0">
                <a:latin typeface="Times New Roman" panose="02020603050405020304" pitchFamily="18" charset="0"/>
                <a:cs typeface="Times New Roman" panose="02020603050405020304" pitchFamily="18" charset="0"/>
              </a:rPr>
              <a:t>Innovation in Software Development.</a:t>
            </a:r>
          </a:p>
          <a:p>
            <a:pPr>
              <a:lnSpc>
                <a:spcPct val="110000"/>
              </a:lnSpc>
            </a:pPr>
            <a:r>
              <a:rPr lang="en-US" sz="2400" dirty="0">
                <a:latin typeface="Times New Roman" panose="02020603050405020304" pitchFamily="18" charset="0"/>
                <a:cs typeface="Times New Roman" panose="02020603050405020304" pitchFamily="18" charset="0"/>
              </a:rPr>
              <a:t>Innovative technological solutions.</a:t>
            </a:r>
          </a:p>
          <a:p>
            <a:pPr>
              <a:lnSpc>
                <a:spcPct val="110000"/>
              </a:lnSpc>
            </a:pPr>
            <a:r>
              <a:rPr lang="en-US" sz="2400" dirty="0">
                <a:latin typeface="Times New Roman" panose="02020603050405020304" pitchFamily="18" charset="0"/>
                <a:cs typeface="Times New Roman" panose="02020603050405020304" pitchFamily="18" charset="0"/>
              </a:rPr>
              <a:t>Leadership in Digital Transformation.</a:t>
            </a:r>
          </a:p>
          <a:p>
            <a:pPr marL="0" indent="0">
              <a:lnSpc>
                <a:spcPct val="220000"/>
              </a:lnSpc>
              <a:buNone/>
            </a:pPr>
            <a:r>
              <a:rPr lang="en-US" sz="2400" b="1" dirty="0">
                <a:latin typeface="Times New Roman" panose="02020603050405020304" pitchFamily="18" charset="0"/>
                <a:cs typeface="Times New Roman" panose="02020603050405020304" pitchFamily="18" charset="0"/>
              </a:rPr>
              <a:t>Lavinia Properties </a:t>
            </a:r>
          </a:p>
          <a:p>
            <a:pPr>
              <a:lnSpc>
                <a:spcPct val="110000"/>
              </a:lnSpc>
            </a:pPr>
            <a:r>
              <a:rPr lang="en-US" sz="2400" dirty="0">
                <a:latin typeface="Times New Roman" panose="02020603050405020304" pitchFamily="18" charset="0"/>
                <a:cs typeface="Times New Roman" panose="02020603050405020304" pitchFamily="18" charset="0"/>
              </a:rPr>
              <a:t>Real Estate Technology Advancement.</a:t>
            </a:r>
          </a:p>
          <a:p>
            <a:pPr>
              <a:lnSpc>
                <a:spcPct val="110000"/>
              </a:lnSpc>
            </a:pPr>
            <a:r>
              <a:rPr lang="en-US" sz="2400" dirty="0">
                <a:latin typeface="Times New Roman" panose="02020603050405020304" pitchFamily="18" charset="0"/>
                <a:cs typeface="Times New Roman" panose="02020603050405020304" pitchFamily="18" charset="0"/>
              </a:rPr>
              <a:t>Customer-Centric Approach.</a:t>
            </a:r>
          </a:p>
          <a:p>
            <a:pPr>
              <a:lnSpc>
                <a:spcPct val="110000"/>
              </a:lnSpc>
            </a:pPr>
            <a:r>
              <a:rPr lang="en-US" sz="2400" dirty="0">
                <a:latin typeface="Times New Roman" panose="02020603050405020304" pitchFamily="18" charset="0"/>
                <a:cs typeface="Times New Roman" panose="02020603050405020304" pitchFamily="18" charset="0"/>
              </a:rPr>
              <a:t>Business Development Strategies.</a:t>
            </a:r>
          </a:p>
          <a:p>
            <a:endParaRPr lang="en-US" sz="2400" dirty="0"/>
          </a:p>
        </p:txBody>
      </p:sp>
      <p:pic>
        <p:nvPicPr>
          <p:cNvPr id="5" name="Picture 4">
            <a:extLst>
              <a:ext uri="{FF2B5EF4-FFF2-40B4-BE49-F238E27FC236}">
                <a16:creationId xmlns:a16="http://schemas.microsoft.com/office/drawing/2014/main" id="{2574907B-E1D0-4130-926E-8F603F5D5060}"/>
              </a:ext>
            </a:extLst>
          </p:cNvPr>
          <p:cNvPicPr>
            <a:picLocks noChangeAspect="1"/>
          </p:cNvPicPr>
          <p:nvPr/>
        </p:nvPicPr>
        <p:blipFill rotWithShape="1">
          <a:blip r:embed="rId2">
            <a:extLst>
              <a:ext uri="{28A0092B-C50C-407E-A947-70E740481C1C}">
                <a14:useLocalDpi xmlns:a14="http://schemas.microsoft.com/office/drawing/2010/main" val="0"/>
              </a:ext>
            </a:extLst>
          </a:blip>
          <a:srcRect l="1814" r="11294" b="11111"/>
          <a:stretch/>
        </p:blipFill>
        <p:spPr>
          <a:xfrm>
            <a:off x="7051534" y="3597404"/>
            <a:ext cx="4236226" cy="2888336"/>
          </a:xfrm>
          <a:prstGeom prst="rect">
            <a:avLst/>
          </a:prstGeom>
        </p:spPr>
      </p:pic>
      <p:pic>
        <p:nvPicPr>
          <p:cNvPr id="7" name="Picture 6">
            <a:extLst>
              <a:ext uri="{FF2B5EF4-FFF2-40B4-BE49-F238E27FC236}">
                <a16:creationId xmlns:a16="http://schemas.microsoft.com/office/drawing/2014/main" id="{2853E7E2-5748-4527-BB8D-557F0D870EAA}"/>
              </a:ext>
            </a:extLst>
          </p:cNvPr>
          <p:cNvPicPr>
            <a:picLocks noChangeAspect="1"/>
          </p:cNvPicPr>
          <p:nvPr/>
        </p:nvPicPr>
        <p:blipFill rotWithShape="1">
          <a:blip r:embed="rId3">
            <a:extLst>
              <a:ext uri="{28A0092B-C50C-407E-A947-70E740481C1C}">
                <a14:useLocalDpi xmlns:a14="http://schemas.microsoft.com/office/drawing/2010/main" val="0"/>
              </a:ext>
            </a:extLst>
          </a:blip>
          <a:srcRect t="408" r="8232" b="11741"/>
          <a:stretch/>
        </p:blipFill>
        <p:spPr>
          <a:xfrm>
            <a:off x="6075680" y="723544"/>
            <a:ext cx="4236226" cy="2702983"/>
          </a:xfrm>
          <a:prstGeom prst="rect">
            <a:avLst/>
          </a:prstGeom>
        </p:spPr>
      </p:pic>
    </p:spTree>
    <p:extLst>
      <p:ext uri="{BB962C8B-B14F-4D97-AF65-F5344CB8AC3E}">
        <p14:creationId xmlns:p14="http://schemas.microsoft.com/office/powerpoint/2010/main" val="3103730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E7605-3127-4066-BCA9-037AD59DCA41}"/>
              </a:ext>
            </a:extLst>
          </p:cNvPr>
          <p:cNvSpPr>
            <a:spLocks noGrp="1"/>
          </p:cNvSpPr>
          <p:nvPr>
            <p:ph type="title"/>
          </p:nvPr>
        </p:nvSpPr>
        <p:spPr>
          <a:xfrm>
            <a:off x="4587240" y="-205583"/>
            <a:ext cx="7625080" cy="1325563"/>
          </a:xfrm>
        </p:spPr>
        <p:txBody>
          <a:bodyPr>
            <a:normAutofit/>
          </a:bodyPr>
          <a:lstStyle/>
          <a:p>
            <a:r>
              <a:rPr lang="en-US" sz="3600" b="1" dirty="0">
                <a:latin typeface="Times New Roman" panose="02020603050405020304" pitchFamily="18" charset="0"/>
                <a:cs typeface="Times New Roman" panose="02020603050405020304" pitchFamily="18" charset="0"/>
              </a:rPr>
              <a:t>Event Management Skills Developed</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FE1F28-0F0E-4440-9789-D73FBC6E7AAC}"/>
              </a:ext>
            </a:extLst>
          </p:cNvPr>
          <p:cNvSpPr>
            <a:spLocks noGrp="1"/>
          </p:cNvSpPr>
          <p:nvPr>
            <p:ph idx="1"/>
          </p:nvPr>
        </p:nvSpPr>
        <p:spPr>
          <a:xfrm>
            <a:off x="6746240" y="889757"/>
            <a:ext cx="5191760" cy="5914708"/>
          </a:xfrm>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Practical Skills Gained:</a:t>
            </a:r>
          </a:p>
          <a:p>
            <a:pPr marL="0" indent="0">
              <a:lnSpc>
                <a:spcPct val="150000"/>
              </a:lnSpc>
              <a:buNone/>
            </a:pPr>
            <a:r>
              <a:rPr lang="en-US" sz="2000" b="1" dirty="0">
                <a:latin typeface="Times New Roman" panose="02020603050405020304" pitchFamily="18" charset="0"/>
                <a:cs typeface="Times New Roman" panose="02020603050405020304" pitchFamily="18" charset="0"/>
              </a:rPr>
              <a:t>Project Management Skills:</a:t>
            </a:r>
          </a:p>
          <a:p>
            <a:r>
              <a:rPr lang="en-US" sz="2000" dirty="0">
                <a:latin typeface="Times New Roman" panose="02020603050405020304" pitchFamily="18" charset="0"/>
                <a:cs typeface="Times New Roman" panose="02020603050405020304" pitchFamily="18" charset="0"/>
              </a:rPr>
              <a:t>Event planning and execution.</a:t>
            </a:r>
          </a:p>
          <a:p>
            <a:r>
              <a:rPr lang="en-US" sz="2000" dirty="0">
                <a:latin typeface="Times New Roman" panose="02020603050405020304" pitchFamily="18" charset="0"/>
                <a:cs typeface="Times New Roman" panose="02020603050405020304" pitchFamily="18" charset="0"/>
              </a:rPr>
              <a:t>Dividing tasks among members.</a:t>
            </a:r>
          </a:p>
          <a:p>
            <a:r>
              <a:rPr lang="en-US" sz="2000" dirty="0">
                <a:latin typeface="Times New Roman" panose="02020603050405020304" pitchFamily="18" charset="0"/>
                <a:cs typeface="Times New Roman" panose="02020603050405020304" pitchFamily="18" charset="0"/>
              </a:rPr>
              <a:t>Evaluation and reduction of risks.</a:t>
            </a:r>
          </a:p>
          <a:p>
            <a:pPr marL="0" indent="0">
              <a:lnSpc>
                <a:spcPct val="150000"/>
              </a:lnSpc>
              <a:buNone/>
            </a:pPr>
            <a:r>
              <a:rPr lang="en-US" sz="2000" b="1" dirty="0">
                <a:latin typeface="Times New Roman" panose="02020603050405020304" pitchFamily="18" charset="0"/>
                <a:cs typeface="Times New Roman" panose="02020603050405020304" pitchFamily="18" charset="0"/>
              </a:rPr>
              <a:t>Professional Skills:</a:t>
            </a:r>
          </a:p>
          <a:p>
            <a:r>
              <a:rPr lang="en-US" sz="2000" dirty="0">
                <a:latin typeface="Times New Roman" panose="02020603050405020304" pitchFamily="18" charset="0"/>
                <a:cs typeface="Times New Roman" panose="02020603050405020304" pitchFamily="18" charset="0"/>
              </a:rPr>
              <a:t>Communication</a:t>
            </a:r>
          </a:p>
          <a:p>
            <a:r>
              <a:rPr lang="en-US" sz="2000" dirty="0">
                <a:latin typeface="Times New Roman" panose="02020603050405020304" pitchFamily="18" charset="0"/>
                <a:cs typeface="Times New Roman" panose="02020603050405020304" pitchFamily="18" charset="0"/>
              </a:rPr>
              <a:t>Vendor negotiation.</a:t>
            </a:r>
          </a:p>
          <a:p>
            <a:r>
              <a:rPr lang="en-US" sz="2000" dirty="0">
                <a:latin typeface="Times New Roman" panose="02020603050405020304" pitchFamily="18" charset="0"/>
                <a:cs typeface="Times New Roman" panose="02020603050405020304" pitchFamily="18" charset="0"/>
              </a:rPr>
              <a:t>Presentation and public speaking.</a:t>
            </a:r>
          </a:p>
          <a:p>
            <a:pPr marL="0" indent="0">
              <a:lnSpc>
                <a:spcPct val="150000"/>
              </a:lnSpc>
              <a:buNone/>
            </a:pPr>
            <a:r>
              <a:rPr lang="en-US" sz="2000" b="1" dirty="0">
                <a:latin typeface="Times New Roman" panose="02020603050405020304" pitchFamily="18" charset="0"/>
                <a:cs typeface="Times New Roman" panose="02020603050405020304" pitchFamily="18" charset="0"/>
              </a:rPr>
              <a:t>Soft Skills:</a:t>
            </a:r>
          </a:p>
          <a:p>
            <a:r>
              <a:rPr lang="en-US" sz="2000" dirty="0">
                <a:latin typeface="Times New Roman" panose="02020603050405020304" pitchFamily="18" charset="0"/>
                <a:cs typeface="Times New Roman" panose="02020603050405020304" pitchFamily="18" charset="0"/>
              </a:rPr>
              <a:t>Crisis management </a:t>
            </a:r>
          </a:p>
          <a:p>
            <a:r>
              <a:rPr lang="en-US" sz="2000" dirty="0">
                <a:latin typeface="Times New Roman" panose="02020603050405020304" pitchFamily="18" charset="0"/>
                <a:cs typeface="Times New Roman" panose="02020603050405020304" pitchFamily="18" charset="0"/>
              </a:rPr>
              <a:t>Team leadership </a:t>
            </a:r>
          </a:p>
          <a:p>
            <a:r>
              <a:rPr lang="en-US" sz="2000" dirty="0">
                <a:latin typeface="Times New Roman" panose="02020603050405020304" pitchFamily="18" charset="0"/>
                <a:cs typeface="Times New Roman" panose="02020603050405020304" pitchFamily="18" charset="0"/>
              </a:rPr>
              <a:t>Adaptability</a:t>
            </a:r>
          </a:p>
          <a:p>
            <a:endParaRPr lang="en-US"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F74762C-4698-44C8-83B4-008CB2397A7F}"/>
              </a:ext>
            </a:extLst>
          </p:cNvPr>
          <p:cNvPicPr>
            <a:picLocks noChangeAspect="1"/>
          </p:cNvPicPr>
          <p:nvPr/>
        </p:nvPicPr>
        <p:blipFill rotWithShape="1">
          <a:blip r:embed="rId2">
            <a:extLst>
              <a:ext uri="{28A0092B-C50C-407E-A947-70E740481C1C}">
                <a14:useLocalDpi xmlns:a14="http://schemas.microsoft.com/office/drawing/2010/main" val="0"/>
              </a:ext>
            </a:extLst>
          </a:blip>
          <a:srcRect l="10191" t="1781" r="20281" b="10093"/>
          <a:stretch/>
        </p:blipFill>
        <p:spPr>
          <a:xfrm>
            <a:off x="462279" y="889757"/>
            <a:ext cx="5770881" cy="5486107"/>
          </a:xfrm>
          <a:prstGeom prst="rect">
            <a:avLst/>
          </a:prstGeom>
        </p:spPr>
      </p:pic>
    </p:spTree>
    <p:extLst>
      <p:ext uri="{BB962C8B-B14F-4D97-AF65-F5344CB8AC3E}">
        <p14:creationId xmlns:p14="http://schemas.microsoft.com/office/powerpoint/2010/main" val="1088678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C3695-C936-4D8E-9A1B-11074DB63984}"/>
              </a:ext>
            </a:extLst>
          </p:cNvPr>
          <p:cNvSpPr>
            <a:spLocks noGrp="1"/>
          </p:cNvSpPr>
          <p:nvPr>
            <p:ph type="title"/>
          </p:nvPr>
        </p:nvSpPr>
        <p:spPr>
          <a:xfrm>
            <a:off x="883920" y="3017521"/>
            <a:ext cx="6202680" cy="1325563"/>
          </a:xfrm>
        </p:spPr>
        <p:txBody>
          <a:bodyPr>
            <a:normAutofit/>
          </a:bodyPr>
          <a:lstStyle/>
          <a:p>
            <a:r>
              <a:rPr lang="en-US" sz="3600" b="1" dirty="0">
                <a:latin typeface="Times New Roman" panose="02020603050405020304" pitchFamily="18" charset="0"/>
                <a:cs typeface="Times New Roman" panose="02020603050405020304" pitchFamily="18" charset="0"/>
              </a:rPr>
              <a:t>Career Ready Professionals</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1D8D37A-40E7-466F-9D99-8171B3C18F40}"/>
              </a:ext>
            </a:extLst>
          </p:cNvPr>
          <p:cNvSpPr>
            <a:spLocks noGrp="1"/>
          </p:cNvSpPr>
          <p:nvPr>
            <p:ph idx="1"/>
          </p:nvPr>
        </p:nvSpPr>
        <p:spPr>
          <a:xfrm>
            <a:off x="1168400" y="3898265"/>
            <a:ext cx="10139680" cy="2665095"/>
          </a:xfrm>
        </p:spPr>
        <p:txBody>
          <a:bodyPr numCol="2">
            <a:noAutofit/>
          </a:bodyPr>
          <a:lstStyle/>
          <a:p>
            <a:pPr marL="0" indent="0">
              <a:lnSpc>
                <a:spcPct val="150000"/>
              </a:lnSpc>
              <a:buNone/>
            </a:pPr>
            <a:r>
              <a:rPr lang="en-US" sz="2000" b="1" dirty="0">
                <a:latin typeface="Times New Roman" panose="02020603050405020304" pitchFamily="18" charset="0"/>
                <a:cs typeface="Times New Roman" panose="02020603050405020304" pitchFamily="18" charset="0"/>
              </a:rPr>
              <a:t>What We Provide:</a:t>
            </a:r>
          </a:p>
          <a:p>
            <a:r>
              <a:rPr lang="en-US" sz="2000" dirty="0">
                <a:latin typeface="Times New Roman" panose="02020603050405020304" pitchFamily="18" charset="0"/>
                <a:cs typeface="Times New Roman" panose="02020603050405020304" pitchFamily="18" charset="0"/>
              </a:rPr>
              <a:t>Technical Skills Related to Industry.</a:t>
            </a:r>
          </a:p>
          <a:p>
            <a:r>
              <a:rPr lang="en-US" sz="2000" dirty="0">
                <a:latin typeface="Times New Roman" panose="02020603050405020304" pitchFamily="18" charset="0"/>
                <a:cs typeface="Times New Roman" panose="02020603050405020304" pitchFamily="18" charset="0"/>
              </a:rPr>
              <a:t>Demonstrated project management expertise.</a:t>
            </a:r>
          </a:p>
          <a:p>
            <a:r>
              <a:rPr lang="en-US" sz="2000" dirty="0">
                <a:latin typeface="Times New Roman" panose="02020603050405020304" pitchFamily="18" charset="0"/>
                <a:cs typeface="Times New Roman" panose="02020603050405020304" pitchFamily="18" charset="0"/>
              </a:rPr>
              <a:t>A strong attitude of collaboration.</a:t>
            </a:r>
          </a:p>
          <a:p>
            <a:r>
              <a:rPr lang="en-US" sz="2000" dirty="0">
                <a:latin typeface="Times New Roman" panose="02020603050405020304" pitchFamily="18" charset="0"/>
                <a:cs typeface="Times New Roman" panose="02020603050405020304" pitchFamily="18" charset="0"/>
              </a:rPr>
              <a:t>The approach to continuous learning.</a:t>
            </a:r>
          </a:p>
          <a:p>
            <a:r>
              <a:rPr lang="en-US" sz="2000" dirty="0">
                <a:latin typeface="Times New Roman" panose="02020603050405020304" pitchFamily="18" charset="0"/>
                <a:cs typeface="Times New Roman" panose="02020603050405020304" pitchFamily="18" charset="0"/>
              </a:rPr>
              <a:t>Professional Communication</a:t>
            </a:r>
          </a:p>
          <a:p>
            <a:pPr marL="0" indent="0">
              <a:lnSpc>
                <a:spcPct val="150000"/>
              </a:lnSpc>
              <a:buNone/>
            </a:pPr>
            <a:r>
              <a:rPr lang="en-US" sz="2000" b="1" dirty="0">
                <a:latin typeface="Times New Roman" panose="02020603050405020304" pitchFamily="18" charset="0"/>
                <a:cs typeface="Times New Roman" panose="02020603050405020304" pitchFamily="18" charset="0"/>
              </a:rPr>
              <a:t>Opportunities We Look for</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Jobs for Interns.</a:t>
            </a:r>
          </a:p>
          <a:p>
            <a:r>
              <a:rPr lang="en-US" sz="2000" dirty="0">
                <a:latin typeface="Times New Roman" panose="02020603050405020304" pitchFamily="18" charset="0"/>
                <a:cs typeface="Times New Roman" panose="02020603050405020304" pitchFamily="18" charset="0"/>
              </a:rPr>
              <a:t>Programs for mentoring.</a:t>
            </a:r>
          </a:p>
          <a:p>
            <a:r>
              <a:rPr lang="en-US" sz="2000" dirty="0">
                <a:latin typeface="Times New Roman" panose="02020603050405020304" pitchFamily="18" charset="0"/>
                <a:cs typeface="Times New Roman" panose="02020603050405020304" pitchFamily="18" charset="0"/>
              </a:rPr>
              <a:t>Real-world Project Challenges</a:t>
            </a:r>
          </a:p>
          <a:p>
            <a:endParaRPr lang="en-US"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4D06C10-BE18-4128-A343-C89058561788}"/>
              </a:ext>
            </a:extLst>
          </p:cNvPr>
          <p:cNvPicPr>
            <a:picLocks noChangeAspect="1"/>
          </p:cNvPicPr>
          <p:nvPr/>
        </p:nvPicPr>
        <p:blipFill rotWithShape="1">
          <a:blip r:embed="rId2">
            <a:extLst>
              <a:ext uri="{28A0092B-C50C-407E-A947-70E740481C1C}">
                <a14:useLocalDpi xmlns:a14="http://schemas.microsoft.com/office/drawing/2010/main" val="0"/>
              </a:ext>
            </a:extLst>
          </a:blip>
          <a:srcRect t="39371" b="16233"/>
          <a:stretch/>
        </p:blipFill>
        <p:spPr>
          <a:xfrm>
            <a:off x="0" y="-91440"/>
            <a:ext cx="12192000" cy="3429000"/>
          </a:xfrm>
          <a:prstGeom prst="rect">
            <a:avLst/>
          </a:prstGeom>
        </p:spPr>
      </p:pic>
    </p:spTree>
    <p:extLst>
      <p:ext uri="{BB962C8B-B14F-4D97-AF65-F5344CB8AC3E}">
        <p14:creationId xmlns:p14="http://schemas.microsoft.com/office/powerpoint/2010/main" val="4139555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79ED0-8686-4E51-ABA7-32B190D0AD39}"/>
              </a:ext>
            </a:extLst>
          </p:cNvPr>
          <p:cNvSpPr>
            <a:spLocks noGrp="1"/>
          </p:cNvSpPr>
          <p:nvPr>
            <p:ph type="title"/>
          </p:nvPr>
        </p:nvSpPr>
        <p:spPr>
          <a:xfrm>
            <a:off x="4378960" y="3473132"/>
            <a:ext cx="3434080" cy="1256665"/>
          </a:xfrm>
        </p:spPr>
        <p:txBody>
          <a:bodyPr>
            <a:normAutofit/>
          </a:bodyPr>
          <a:lstStyle/>
          <a:p>
            <a:r>
              <a:rPr lang="en-US" sz="3600" b="1" dirty="0">
                <a:latin typeface="Times New Roman" panose="02020603050405020304" pitchFamily="18" charset="0"/>
                <a:cs typeface="Times New Roman" panose="02020603050405020304" pitchFamily="18" charset="0"/>
              </a:rPr>
              <a:t>Thank you!</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D6D7DF5-F13E-48AE-95FE-D59FE4F3FEA9}"/>
              </a:ext>
            </a:extLst>
          </p:cNvPr>
          <p:cNvSpPr>
            <a:spLocks noGrp="1"/>
          </p:cNvSpPr>
          <p:nvPr>
            <p:ph idx="1"/>
          </p:nvPr>
        </p:nvSpPr>
        <p:spPr>
          <a:xfrm>
            <a:off x="998220" y="4101465"/>
            <a:ext cx="10195560" cy="2685415"/>
          </a:xfrm>
        </p:spPr>
        <p:txBody>
          <a:bodyPr>
            <a:normAutofit/>
          </a:bodyPr>
          <a:lstStyle/>
          <a:p>
            <a:pPr marL="0" indent="0" algn="ctr">
              <a:buNone/>
            </a:pPr>
            <a:endParaRPr lang="en-US" sz="2800" b="1" dirty="0">
              <a:latin typeface="Arial" panose="020B0604020202020204" pitchFamily="34" charset="0"/>
            </a:endParaRPr>
          </a:p>
          <a:p>
            <a:pPr marL="0" indent="0" algn="ctr">
              <a:buNone/>
            </a:pPr>
            <a:r>
              <a:rPr lang="en-US" sz="2800" dirty="0">
                <a:latin typeface="Times New Roman" panose="02020603050405020304" pitchFamily="18" charset="0"/>
                <a:cs typeface="Times New Roman" panose="02020603050405020304" pitchFamily="18" charset="0"/>
              </a:rPr>
              <a:t>We're excited to discuss how our event management and project coordination skills can benefit your organization!</a:t>
            </a:r>
          </a:p>
          <a:p>
            <a:pPr marL="0" indent="0" algn="ctr">
              <a:buNone/>
            </a:pPr>
            <a:endParaRPr lang="en-US" sz="2800" dirty="0">
              <a:latin typeface="Times New Roman" panose="02020603050405020304" pitchFamily="18" charset="0"/>
              <a:cs typeface="Times New Roman" panose="02020603050405020304" pitchFamily="18" charset="0"/>
            </a:endParaRPr>
          </a:p>
          <a:p>
            <a:pPr marL="0" indent="0" algn="ctr">
              <a:buNone/>
            </a:pPr>
            <a:r>
              <a:rPr lang="en-US" sz="2800" dirty="0">
                <a:latin typeface="Times New Roman" panose="02020603050405020304" pitchFamily="18" charset="0"/>
                <a:cs typeface="Times New Roman" panose="02020603050405020304" pitchFamily="18" charset="0"/>
              </a:rPr>
              <a:t>Thank you for your time and consideration!</a:t>
            </a:r>
          </a:p>
        </p:txBody>
      </p:sp>
      <p:pic>
        <p:nvPicPr>
          <p:cNvPr id="5" name="Picture 4">
            <a:extLst>
              <a:ext uri="{FF2B5EF4-FFF2-40B4-BE49-F238E27FC236}">
                <a16:creationId xmlns:a16="http://schemas.microsoft.com/office/drawing/2014/main" id="{C72D8597-7455-4E19-BD5E-1F680B8D7489}"/>
              </a:ext>
            </a:extLst>
          </p:cNvPr>
          <p:cNvPicPr>
            <a:picLocks noChangeAspect="1"/>
          </p:cNvPicPr>
          <p:nvPr/>
        </p:nvPicPr>
        <p:blipFill rotWithShape="1">
          <a:blip r:embed="rId2">
            <a:extLst>
              <a:ext uri="{28A0092B-C50C-407E-A947-70E740481C1C}">
                <a14:useLocalDpi xmlns:a14="http://schemas.microsoft.com/office/drawing/2010/main" val="0"/>
              </a:ext>
            </a:extLst>
          </a:blip>
          <a:srcRect l="1011" t="22265" b="32236"/>
          <a:stretch/>
        </p:blipFill>
        <p:spPr>
          <a:xfrm>
            <a:off x="0" y="0"/>
            <a:ext cx="12192001" cy="3735040"/>
          </a:xfrm>
          <a:prstGeom prst="rect">
            <a:avLst/>
          </a:prstGeom>
        </p:spPr>
      </p:pic>
    </p:spTree>
    <p:extLst>
      <p:ext uri="{BB962C8B-B14F-4D97-AF65-F5344CB8AC3E}">
        <p14:creationId xmlns:p14="http://schemas.microsoft.com/office/powerpoint/2010/main" val="60536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90534-6402-48AD-94BE-1205314BE9E0}"/>
              </a:ext>
            </a:extLst>
          </p:cNvPr>
          <p:cNvSpPr>
            <a:spLocks noGrp="1"/>
          </p:cNvSpPr>
          <p:nvPr>
            <p:ph type="title"/>
          </p:nvPr>
        </p:nvSpPr>
        <p:spPr/>
        <p:txBody>
          <a:bodyPr>
            <a:normAutofit/>
          </a:bodyPr>
          <a:lstStyle/>
          <a:p>
            <a:r>
              <a:rPr lang="en-US" sz="2800"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07CBB366-D22E-4D62-BE62-871D002ED3AF}"/>
              </a:ext>
            </a:extLst>
          </p:cNvPr>
          <p:cNvSpPr>
            <a:spLocks noGrp="1"/>
          </p:cNvSpPr>
          <p:nvPr>
            <p:ph idx="1"/>
          </p:nvPr>
        </p:nvSpPr>
        <p:spPr>
          <a:xfrm>
            <a:off x="838200" y="1825625"/>
            <a:ext cx="10515600" cy="2983767"/>
          </a:xfrm>
        </p:spPr>
        <p:txBody>
          <a:bodyPr>
            <a:normAutofit/>
          </a:bodyPr>
          <a:lstStyle/>
          <a:p>
            <a:pPr marL="0" indent="0">
              <a:lnSpc>
                <a:spcPct val="150000"/>
              </a:lnSpc>
              <a:buNone/>
            </a:pPr>
            <a:r>
              <a:rPr lang="en-US" sz="2000" dirty="0">
                <a:latin typeface="Times New Roman" panose="02020603050405020304" pitchFamily="18" charset="0"/>
                <a:cs typeface="Times New Roman" panose="02020603050405020304" pitchFamily="18" charset="0"/>
              </a:rPr>
              <a:t>Finally, the study aimed objectives have been realized using analysis, research, and systematic presentation. The results indicate the significance of the subject and its topicality in theoretical and practical generalization. This paper is a sign of careful and systematic treatment of academic work with Mr.Priyanga as the guide. The discovered insights and knowledge become valuable during the process and it is useful in further learning and in the future applications.</a:t>
            </a:r>
          </a:p>
        </p:txBody>
      </p:sp>
    </p:spTree>
    <p:extLst>
      <p:ext uri="{BB962C8B-B14F-4D97-AF65-F5344CB8AC3E}">
        <p14:creationId xmlns:p14="http://schemas.microsoft.com/office/powerpoint/2010/main" val="19705748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9AD37-D85F-48D2-83D3-5DF22628EFAF}"/>
              </a:ext>
            </a:extLst>
          </p:cNvPr>
          <p:cNvSpPr>
            <a:spLocks noGrp="1"/>
          </p:cNvSpPr>
          <p:nvPr>
            <p:ph type="title"/>
          </p:nvPr>
        </p:nvSpPr>
        <p:spPr/>
        <p:txBody>
          <a:bodyPr>
            <a:normAutofit/>
          </a:bodyPr>
          <a:lstStyle/>
          <a:p>
            <a:r>
              <a:rPr lang="en-US" sz="2800" b="1" dirty="0">
                <a:latin typeface="Times New Roman" panose="02020603050405020304" pitchFamily="18" charset="0"/>
                <a:cs typeface="Times New Roman" panose="02020603050405020304" pitchFamily="18" charset="0"/>
              </a:rPr>
              <a:t>Reference</a:t>
            </a:r>
          </a:p>
        </p:txBody>
      </p:sp>
      <p:sp>
        <p:nvSpPr>
          <p:cNvPr id="3" name="Content Placeholder 2">
            <a:extLst>
              <a:ext uri="{FF2B5EF4-FFF2-40B4-BE49-F238E27FC236}">
                <a16:creationId xmlns:a16="http://schemas.microsoft.com/office/drawing/2014/main" id="{F7FBF0D3-8F35-4694-9C70-5CC5965BCA70}"/>
              </a:ext>
            </a:extLst>
          </p:cNvPr>
          <p:cNvSpPr>
            <a:spLocks noGrp="1"/>
          </p:cNvSpPr>
          <p:nvPr>
            <p:ph idx="1"/>
          </p:nvPr>
        </p:nvSpPr>
        <p:spPr>
          <a:xfrm>
            <a:off x="600807" y="1412386"/>
            <a:ext cx="10515600" cy="4416913"/>
          </a:xfrm>
        </p:spPr>
        <p:txBody>
          <a:bodyPr>
            <a:normAutofit fontScale="55000" lnSpcReduction="20000"/>
          </a:bodyPr>
          <a:lstStyle/>
          <a:p>
            <a:pPr algn="l">
              <a:lnSpc>
                <a:spcPct val="170000"/>
              </a:lnSpc>
            </a:pPr>
            <a:r>
              <a:rPr lang="en-US" b="0" i="0" dirty="0">
                <a:solidFill>
                  <a:srgbClr val="000000"/>
                </a:solidFill>
                <a:effectLst/>
                <a:latin typeface="Times New Roman" panose="02020603050405020304" pitchFamily="18" charset="0"/>
                <a:cs typeface="Times New Roman" panose="02020603050405020304" pitchFamily="18" charset="0"/>
              </a:rPr>
              <a:t>University of Cambridge. (n.d.). </a:t>
            </a:r>
            <a:r>
              <a:rPr lang="en-US" b="0" i="1" dirty="0">
                <a:solidFill>
                  <a:srgbClr val="000000"/>
                </a:solidFill>
                <a:effectLst/>
                <a:latin typeface="Times New Roman" panose="02020603050405020304" pitchFamily="18" charset="0"/>
                <a:cs typeface="Times New Roman" panose="02020603050405020304" pitchFamily="18" charset="0"/>
              </a:rPr>
              <a:t>Research</a:t>
            </a:r>
            <a:r>
              <a:rPr lang="en-US" b="0" i="0" dirty="0">
                <a:solidFill>
                  <a:srgbClr val="000000"/>
                </a:solidFill>
                <a:effectLst/>
                <a:latin typeface="Times New Roman" panose="02020603050405020304" pitchFamily="18" charset="0"/>
                <a:cs typeface="Times New Roman" panose="02020603050405020304" pitchFamily="18" charset="0"/>
              </a:rPr>
              <a:t>. [online] Available at: https://www.cam.ac.uk/research.</a:t>
            </a:r>
          </a:p>
          <a:p>
            <a:pPr algn="l">
              <a:lnSpc>
                <a:spcPct val="170000"/>
              </a:lnSpc>
            </a:pPr>
            <a:r>
              <a:rPr lang="en-US" b="0" i="0" dirty="0">
                <a:solidFill>
                  <a:srgbClr val="000000"/>
                </a:solidFill>
                <a:effectLst/>
                <a:latin typeface="Times New Roman" panose="02020603050405020304" pitchFamily="18" charset="0"/>
                <a:cs typeface="Times New Roman" panose="02020603050405020304" pitchFamily="18" charset="0"/>
              </a:rPr>
              <a:t>‌Dudovskiy, J. (2019). </a:t>
            </a:r>
            <a:r>
              <a:rPr lang="en-US" b="0" i="1" dirty="0">
                <a:solidFill>
                  <a:srgbClr val="000000"/>
                </a:solidFill>
                <a:effectLst/>
                <a:latin typeface="Times New Roman" panose="02020603050405020304" pitchFamily="18" charset="0"/>
                <a:cs typeface="Times New Roman" panose="02020603050405020304" pitchFamily="18" charset="0"/>
              </a:rPr>
              <a:t>Research Methodology</a:t>
            </a:r>
            <a:r>
              <a:rPr lang="en-US" b="0" i="0" dirty="0">
                <a:solidFill>
                  <a:srgbClr val="000000"/>
                </a:solidFill>
                <a:effectLst/>
                <a:latin typeface="Times New Roman" panose="02020603050405020304" pitchFamily="18" charset="0"/>
                <a:cs typeface="Times New Roman" panose="02020603050405020304" pitchFamily="18" charset="0"/>
              </a:rPr>
              <a:t>. [online] Research-Methodology. Available at: https://research-methodology.net/.</a:t>
            </a:r>
          </a:p>
          <a:p>
            <a:pPr algn="l">
              <a:lnSpc>
                <a:spcPct val="170000"/>
              </a:lnSpc>
            </a:pPr>
            <a:r>
              <a:rPr lang="en-US" b="0" i="0" dirty="0">
                <a:solidFill>
                  <a:srgbClr val="000000"/>
                </a:solidFill>
                <a:effectLst/>
                <a:latin typeface="Times New Roman" panose="02020603050405020304" pitchFamily="18" charset="0"/>
                <a:cs typeface="Times New Roman" panose="02020603050405020304" pitchFamily="18" charset="0"/>
              </a:rPr>
              <a:t>‌Intellej.com. (2023). </a:t>
            </a:r>
            <a:r>
              <a:rPr lang="en-US" b="0" i="1" dirty="0" err="1">
                <a:solidFill>
                  <a:srgbClr val="000000"/>
                </a:solidFill>
                <a:effectLst/>
                <a:latin typeface="Times New Roman" panose="02020603050405020304" pitchFamily="18" charset="0"/>
                <a:cs typeface="Times New Roman" panose="02020603050405020304" pitchFamily="18" charset="0"/>
              </a:rPr>
              <a:t>Intellej</a:t>
            </a:r>
            <a:r>
              <a:rPr lang="en-US" b="0" i="1" dirty="0">
                <a:solidFill>
                  <a:srgbClr val="000000"/>
                </a:solidFill>
                <a:effectLst/>
                <a:latin typeface="Times New Roman" panose="02020603050405020304" pitchFamily="18" charset="0"/>
                <a:cs typeface="Times New Roman" panose="02020603050405020304" pitchFamily="18" charset="0"/>
              </a:rPr>
              <a:t> [ONLINE]</a:t>
            </a:r>
            <a:r>
              <a:rPr lang="en-US" b="0" i="0" dirty="0">
                <a:solidFill>
                  <a:srgbClr val="000000"/>
                </a:solidFill>
                <a:effectLst/>
                <a:latin typeface="Times New Roman" panose="02020603050405020304" pitchFamily="18" charset="0"/>
                <a:cs typeface="Times New Roman" panose="02020603050405020304" pitchFamily="18" charset="0"/>
              </a:rPr>
              <a:t>. [online] Available at: https://www.intellej.com/ [Accessed 16 Nov. 2025].</a:t>
            </a:r>
          </a:p>
          <a:p>
            <a:pPr algn="l">
              <a:lnSpc>
                <a:spcPct val="170000"/>
              </a:lnSpc>
            </a:pPr>
            <a:r>
              <a:rPr lang="en-US" b="0" i="0" dirty="0">
                <a:solidFill>
                  <a:srgbClr val="000000"/>
                </a:solidFill>
                <a:effectLst/>
                <a:latin typeface="Times New Roman" panose="02020603050405020304" pitchFamily="18" charset="0"/>
                <a:cs typeface="Times New Roman" panose="02020603050405020304" pitchFamily="18" charset="0"/>
              </a:rPr>
              <a:t>‌Lavinia Properties Lanka. (2024). </a:t>
            </a:r>
            <a:r>
              <a:rPr lang="en-US" b="0" i="1" dirty="0">
                <a:solidFill>
                  <a:srgbClr val="000000"/>
                </a:solidFill>
                <a:effectLst/>
                <a:latin typeface="Times New Roman" panose="02020603050405020304" pitchFamily="18" charset="0"/>
                <a:cs typeface="Times New Roman" panose="02020603050405020304" pitchFamily="18" charset="0"/>
              </a:rPr>
              <a:t>Home – Default -</a:t>
            </a:r>
            <a:r>
              <a:rPr lang="en-US" b="0" i="0" dirty="0">
                <a:solidFill>
                  <a:srgbClr val="000000"/>
                </a:solidFill>
                <a:effectLst/>
                <a:latin typeface="Times New Roman" panose="02020603050405020304" pitchFamily="18" charset="0"/>
                <a:cs typeface="Times New Roman" panose="02020603050405020304" pitchFamily="18" charset="0"/>
              </a:rPr>
              <a:t>. [online] Available at: https://laviniapropertieslanka.com/ [Accessed 16 Nov. 2025].</a:t>
            </a:r>
          </a:p>
          <a:p>
            <a:pPr>
              <a:lnSpc>
                <a:spcPct val="170000"/>
              </a:lnSpc>
            </a:pPr>
            <a:r>
              <a:rPr lang="en-US" b="0" i="0" dirty="0">
                <a:solidFill>
                  <a:srgbClr val="000000"/>
                </a:solidFill>
                <a:effectLst/>
                <a:latin typeface="Times New Roman" panose="02020603050405020304" pitchFamily="18" charset="0"/>
                <a:cs typeface="Times New Roman" panose="02020603050405020304" pitchFamily="18" charset="0"/>
              </a:rPr>
              <a:t>Kerzner, H. (2017). </a:t>
            </a:r>
            <a:r>
              <a:rPr lang="en-US" b="0" i="1" dirty="0">
                <a:solidFill>
                  <a:srgbClr val="000000"/>
                </a:solidFill>
                <a:effectLst/>
                <a:latin typeface="Times New Roman" panose="02020603050405020304" pitchFamily="18" charset="0"/>
                <a:cs typeface="Times New Roman" panose="02020603050405020304" pitchFamily="18" charset="0"/>
              </a:rPr>
              <a:t>Project management: a Systems Approach to planning, scheduling, and Controlling</a:t>
            </a:r>
            <a:r>
              <a:rPr lang="en-US" b="0" i="0" dirty="0">
                <a:solidFill>
                  <a:srgbClr val="000000"/>
                </a:solidFill>
                <a:effectLst/>
                <a:latin typeface="Times New Roman" panose="02020603050405020304" pitchFamily="18" charset="0"/>
                <a:cs typeface="Times New Roman" panose="02020603050405020304" pitchFamily="18" charset="0"/>
              </a:rPr>
              <a:t> (12th ed.). John Wiley &amp; Sons, Inc.</a:t>
            </a:r>
          </a:p>
          <a:p>
            <a:pPr algn="l">
              <a:lnSpc>
                <a:spcPct val="170000"/>
              </a:lnSpc>
            </a:pPr>
            <a:r>
              <a:rPr lang="en-US" b="0" i="0" dirty="0">
                <a:solidFill>
                  <a:srgbClr val="000000"/>
                </a:solidFill>
                <a:effectLst/>
                <a:latin typeface="Times New Roman" panose="02020603050405020304" pitchFamily="18" charset="0"/>
                <a:cs typeface="Times New Roman" panose="02020603050405020304" pitchFamily="18" charset="0"/>
              </a:rPr>
              <a:t>‌Guffey, M.E. and Loewy, D. (2023). </a:t>
            </a:r>
            <a:r>
              <a:rPr lang="en-US" b="0" i="1" dirty="0">
                <a:solidFill>
                  <a:srgbClr val="000000"/>
                </a:solidFill>
                <a:effectLst/>
                <a:latin typeface="Times New Roman" panose="02020603050405020304" pitchFamily="18" charset="0"/>
                <a:cs typeface="Times New Roman" panose="02020603050405020304" pitchFamily="18" charset="0"/>
              </a:rPr>
              <a:t>Essentials of business communication</a:t>
            </a:r>
            <a:r>
              <a:rPr lang="en-US" b="0" i="0" dirty="0">
                <a:solidFill>
                  <a:srgbClr val="000000"/>
                </a:solidFill>
                <a:effectLst/>
                <a:latin typeface="Times New Roman" panose="02020603050405020304" pitchFamily="18" charset="0"/>
                <a:cs typeface="Times New Roman" panose="02020603050405020304" pitchFamily="18" charset="0"/>
              </a:rPr>
              <a:t>. 12th ed. Boston, Ma: Cengage Learning, Inc.</a:t>
            </a:r>
          </a:p>
          <a:p>
            <a:pPr algn="l">
              <a:lnSpc>
                <a:spcPct val="170000"/>
              </a:lnSpc>
            </a:pPr>
            <a:r>
              <a:rPr lang="en-US" b="0" i="0" dirty="0">
                <a:solidFill>
                  <a:srgbClr val="000000"/>
                </a:solidFill>
                <a:effectLst/>
                <a:latin typeface="Times New Roman" panose="02020603050405020304" pitchFamily="18" charset="0"/>
                <a:cs typeface="Times New Roman" panose="02020603050405020304" pitchFamily="18" charset="0"/>
              </a:rPr>
              <a:t>‌Allen, J. (2019). </a:t>
            </a:r>
            <a:r>
              <a:rPr lang="en-US" b="0" i="1" dirty="0">
                <a:solidFill>
                  <a:srgbClr val="000000"/>
                </a:solidFill>
                <a:effectLst/>
                <a:latin typeface="Times New Roman" panose="02020603050405020304" pitchFamily="18" charset="0"/>
                <a:cs typeface="Times New Roman" panose="02020603050405020304" pitchFamily="18" charset="0"/>
              </a:rPr>
              <a:t>Event planning : the ultimate guide to successful meetings, corporate events, fundraising galas, conferences, conventions, incentives and other special events</a:t>
            </a:r>
            <a:r>
              <a:rPr lang="en-US" b="0" i="0" dirty="0">
                <a:solidFill>
                  <a:srgbClr val="000000"/>
                </a:solidFill>
                <a:effectLst/>
                <a:latin typeface="Times New Roman" panose="02020603050405020304" pitchFamily="18" charset="0"/>
                <a:cs typeface="Times New Roman" panose="02020603050405020304" pitchFamily="18" charset="0"/>
              </a:rPr>
              <a:t>. 2nd ed. Mississauga, Ont.: J. Wiley &amp; Sons Canada.</a:t>
            </a:r>
          </a:p>
          <a:p>
            <a:pPr marL="0" indent="0" algn="l">
              <a:lnSpc>
                <a:spcPct val="170000"/>
              </a:lnSpc>
              <a:buNone/>
            </a:pPr>
            <a:endParaRPr lang="en-US" b="0" i="0" dirty="0">
              <a:solidFill>
                <a:srgbClr val="000000"/>
              </a:solidFill>
              <a:effectLst/>
              <a:latin typeface="Calibri" panose="020F0502020204030204" pitchFamily="34" charset="0"/>
            </a:endParaRPr>
          </a:p>
          <a:p>
            <a:pPr algn="l">
              <a:lnSpc>
                <a:spcPct val="170000"/>
              </a:lnSpc>
            </a:pPr>
            <a:endParaRPr lang="en-US" b="0" i="0" dirty="0">
              <a:solidFill>
                <a:srgbClr val="000000"/>
              </a:solidFill>
              <a:effectLst/>
              <a:latin typeface="Calibri" panose="020F0502020204030204" pitchFamily="34" charset="0"/>
            </a:endParaRPr>
          </a:p>
          <a:p>
            <a:pPr algn="l">
              <a:lnSpc>
                <a:spcPct val="170000"/>
              </a:lnSpc>
            </a:pPr>
            <a:endParaRPr lang="en-US" b="0" i="0" dirty="0">
              <a:solidFill>
                <a:srgbClr val="000000"/>
              </a:solidFill>
              <a:effectLst/>
              <a:latin typeface="Calibri" panose="020F0502020204030204" pitchFamily="34" charset="0"/>
            </a:endParaRPr>
          </a:p>
          <a:p>
            <a:pPr algn="l">
              <a:lnSpc>
                <a:spcPct val="170000"/>
              </a:lnSpc>
            </a:pPr>
            <a:endParaRPr lang="en-US" b="0" i="0" dirty="0">
              <a:solidFill>
                <a:srgbClr val="000000"/>
              </a:solidFill>
              <a:effectLst/>
              <a:latin typeface="Calibri" panose="020F0502020204030204" pitchFamily="34" charset="0"/>
            </a:endParaRPr>
          </a:p>
          <a:p>
            <a:pPr algn="l">
              <a:lnSpc>
                <a:spcPct val="170000"/>
              </a:lnSpc>
            </a:pPr>
            <a:endParaRPr lang="en-US" b="0" i="0" dirty="0">
              <a:solidFill>
                <a:srgbClr val="000000"/>
              </a:solidFill>
              <a:effectLst/>
              <a:latin typeface="Calibri" panose="020F0502020204030204" pitchFamily="34" charset="0"/>
            </a:endParaRPr>
          </a:p>
          <a:p>
            <a:pPr algn="l">
              <a:lnSpc>
                <a:spcPct val="170000"/>
              </a:lnSpc>
            </a:pPr>
            <a:endParaRPr lang="en-US" b="0" i="0" dirty="0">
              <a:solidFill>
                <a:srgbClr val="000000"/>
              </a:solidFill>
              <a:effectLst/>
              <a:latin typeface="Calibri" panose="020F0502020204030204" pitchFamily="34" charset="0"/>
            </a:endParaRPr>
          </a:p>
          <a:p>
            <a:pPr>
              <a:lnSpc>
                <a:spcPct val="170000"/>
              </a:lnSpc>
            </a:pPr>
            <a:endParaRPr lang="en-US" dirty="0"/>
          </a:p>
        </p:txBody>
      </p:sp>
    </p:spTree>
    <p:extLst>
      <p:ext uri="{BB962C8B-B14F-4D97-AF65-F5344CB8AC3E}">
        <p14:creationId xmlns:p14="http://schemas.microsoft.com/office/powerpoint/2010/main" val="38657914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1649</Words>
  <Application>Microsoft Office PowerPoint</Application>
  <PresentationFormat>Widescreen</PresentationFormat>
  <Paragraphs>303</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Acknowledgement</vt:lpstr>
      <vt:lpstr>Executive Summary</vt:lpstr>
      <vt:lpstr>Introduction</vt:lpstr>
      <vt:lpstr>ICBT Career Day 2025</vt:lpstr>
      <vt:lpstr>Our Team Structure &amp; Responsibilities</vt:lpstr>
      <vt:lpstr>Team Expertise &amp; Capabilities</vt:lpstr>
      <vt:lpstr>Skills Development Journey</vt:lpstr>
      <vt:lpstr>Strategic SWOT Analysis</vt:lpstr>
      <vt:lpstr>Communication Excellence</vt:lpstr>
      <vt:lpstr>Strategic Time  Management</vt:lpstr>
      <vt:lpstr>Team Collaboration</vt:lpstr>
      <vt:lpstr>Resource Management</vt:lpstr>
      <vt:lpstr>Problem-Solving Framework</vt:lpstr>
      <vt:lpstr>Key Achievements &amp; Impact</vt:lpstr>
      <vt:lpstr>Industry Partnerships</vt:lpstr>
      <vt:lpstr>Event Management Skills Developed</vt:lpstr>
      <vt:lpstr>Career Ready Professionals</vt:lpstr>
      <vt:lpstr>Thank you!</vt:lpstr>
      <vt:lpstr>Conclusion</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shenal perera</dc:creator>
  <cp:lastModifiedBy>Shalinka Mario</cp:lastModifiedBy>
  <cp:revision>4</cp:revision>
  <dcterms:created xsi:type="dcterms:W3CDTF">2025-11-16T11:47:46Z</dcterms:created>
  <dcterms:modified xsi:type="dcterms:W3CDTF">2026-09-17T06:15:36Z</dcterms:modified>
</cp:coreProperties>
</file>